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13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1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75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8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34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36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4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7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84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00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2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small cart with boxes in it&#10;&#10;AI-generated content may be incorrect.">
            <a:extLst>
              <a:ext uri="{FF2B5EF4-FFF2-40B4-BE49-F238E27FC236}">
                <a16:creationId xmlns:a16="http://schemas.microsoft.com/office/drawing/2014/main" id="{2A23C2F8-8AF7-3479-75C7-B1E0FEF973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51" r="1" b="5394"/>
          <a:stretch>
            <a:fillRect/>
          </a:stretch>
        </p:blipFill>
        <p:spPr>
          <a:xfrm>
            <a:off x="517873" y="397524"/>
            <a:ext cx="11156253" cy="561376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6188864"/>
            <a:ext cx="1115625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B448C-55D6-3B85-16E3-A0C8F33BC118}"/>
              </a:ext>
            </a:extLst>
          </p:cNvPr>
          <p:cNvSpPr/>
          <p:nvPr/>
        </p:nvSpPr>
        <p:spPr>
          <a:xfrm>
            <a:off x="1600200" y="1496786"/>
            <a:ext cx="3309257" cy="30425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600" dirty="0" err="1">
                <a:solidFill>
                  <a:schemeClr val="accent1"/>
                </a:solidFill>
                <a:latin typeface="Blackadder ITC" panose="04020505051007020D02" pitchFamily="82" charset="0"/>
              </a:rPr>
              <a:t>Ebuy</a:t>
            </a:r>
            <a:r>
              <a:rPr lang="en-US" sz="6600" dirty="0">
                <a:solidFill>
                  <a:schemeClr val="accent1"/>
                </a:solidFill>
                <a:latin typeface="Blackadder ITC" panose="04020505051007020D02" pitchFamily="82" charset="0"/>
              </a:rPr>
              <a:t> Emporium</a:t>
            </a:r>
            <a:endParaRPr lang="en-CA" sz="6600" dirty="0">
              <a:solidFill>
                <a:schemeClr val="accent1"/>
              </a:solidFill>
              <a:latin typeface="Blackadder ITC" panose="04020505051007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98636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Metadata/LabelInfo.xml><?xml version="1.0" encoding="utf-8"?>
<clbl:labelList xmlns:clbl="http://schemas.microsoft.com/office/2020/mipLabelMetadata">
  <clbl:label id="{3513b79f-ce8d-43d6-b7e5-c12d3e236916}" enabled="1" method="Standard" siteId="{ad8a84ef-f1f3-4b14-ad08-b99ca66f7e3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Bierstadt</vt:lpstr>
      <vt:lpstr>Blackadder ITC</vt:lpstr>
      <vt:lpstr>GestaltVTI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Anaclet Sado Fokam</dc:creator>
  <cp:lastModifiedBy>Anaclet Sado Fokam</cp:lastModifiedBy>
  <cp:revision>1</cp:revision>
  <dcterms:created xsi:type="dcterms:W3CDTF">2025-11-04T00:58:44Z</dcterms:created>
  <dcterms:modified xsi:type="dcterms:W3CDTF">2025-11-04T10:51:13Z</dcterms:modified>
</cp:coreProperties>
</file>