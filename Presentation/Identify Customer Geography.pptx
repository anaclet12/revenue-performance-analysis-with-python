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7" r:id="rId7"/>
    <p:sldId id="268" r:id="rId8"/>
    <p:sldId id="261" r:id="rId9"/>
    <p:sldId id="263" r:id="rId10"/>
    <p:sldId id="262" r:id="rId11"/>
    <p:sldId id="269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191" autoAdjust="0"/>
  </p:normalViewPr>
  <p:slideViewPr>
    <p:cSldViewPr snapToGrid="0">
      <p:cViewPr varScale="1">
        <p:scale>
          <a:sx n="92" d="100"/>
          <a:sy n="92" d="100"/>
        </p:scale>
        <p:origin x="37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et Sado Fokam" userId="2faa57b3-f4c6-4864-b66b-980354e1d210" providerId="ADAL" clId="{5760B679-D785-47E5-8FFE-33BCD2F2C7D3}"/>
    <pc:docChg chg="undo custSel addSld delSld modSld sldOrd">
      <pc:chgData name="Anaclet Sado Fokam" userId="2faa57b3-f4c6-4864-b66b-980354e1d210" providerId="ADAL" clId="{5760B679-D785-47E5-8FFE-33BCD2F2C7D3}" dt="2025-12-02T03:21:30.608" v="1489" actId="12"/>
      <pc:docMkLst>
        <pc:docMk/>
      </pc:docMkLst>
      <pc:sldChg chg="addSp delSp modSp mod modTransition">
        <pc:chgData name="Anaclet Sado Fokam" userId="2faa57b3-f4c6-4864-b66b-980354e1d210" providerId="ADAL" clId="{5760B679-D785-47E5-8FFE-33BCD2F2C7D3}" dt="2025-12-02T03:16:49.464" v="1413"/>
        <pc:sldMkLst>
          <pc:docMk/>
          <pc:sldMk cId="3297912263" sldId="256"/>
        </pc:sldMkLst>
      </pc:sldChg>
      <pc:sldChg chg="addSp delSp modSp mod setBg setClrOvrMap modShow">
        <pc:chgData name="Anaclet Sado Fokam" userId="2faa57b3-f4c6-4864-b66b-980354e1d210" providerId="ADAL" clId="{5760B679-D785-47E5-8FFE-33BCD2F2C7D3}" dt="2025-12-02T03:11:04.868" v="1288" actId="729"/>
        <pc:sldMkLst>
          <pc:docMk/>
          <pc:sldMk cId="2606038098" sldId="257"/>
        </pc:sldMkLst>
      </pc:sldChg>
      <pc:sldChg chg="addSp delSp modSp mod modTransition">
        <pc:chgData name="Anaclet Sado Fokam" userId="2faa57b3-f4c6-4864-b66b-980354e1d210" providerId="ADAL" clId="{5760B679-D785-47E5-8FFE-33BCD2F2C7D3}" dt="2025-12-02T03:17:08.917" v="1414"/>
        <pc:sldMkLst>
          <pc:docMk/>
          <pc:sldMk cId="1374822965" sldId="258"/>
        </pc:sldMkLst>
        <pc:spChg chg="add mod">
          <ac:chgData name="Anaclet Sado Fokam" userId="2faa57b3-f4c6-4864-b66b-980354e1d210" providerId="ADAL" clId="{5760B679-D785-47E5-8FFE-33BCD2F2C7D3}" dt="2025-11-24T04:15:59.433" v="285" actId="20577"/>
          <ac:spMkLst>
            <pc:docMk/>
            <pc:sldMk cId="1374822965" sldId="258"/>
            <ac:spMk id="4" creationId="{E3C3A95E-F7C5-6E89-9332-31344D41CD56}"/>
          </ac:spMkLst>
        </pc:spChg>
      </pc:sldChg>
      <pc:sldChg chg="addSp delSp modSp mod modTransition modNotesTx">
        <pc:chgData name="Anaclet Sado Fokam" userId="2faa57b3-f4c6-4864-b66b-980354e1d210" providerId="ADAL" clId="{5760B679-D785-47E5-8FFE-33BCD2F2C7D3}" dt="2025-12-02T03:17:34.668" v="1415"/>
        <pc:sldMkLst>
          <pc:docMk/>
          <pc:sldMk cId="1963330" sldId="259"/>
        </pc:sldMkLst>
        <pc:spChg chg="add mod">
          <ac:chgData name="Anaclet Sado Fokam" userId="2faa57b3-f4c6-4864-b66b-980354e1d210" providerId="ADAL" clId="{5760B679-D785-47E5-8FFE-33BCD2F2C7D3}" dt="2025-11-24T04:47:49.424" v="624" actId="2711"/>
          <ac:spMkLst>
            <pc:docMk/>
            <pc:sldMk cId="1963330" sldId="259"/>
            <ac:spMk id="3" creationId="{C7D99AE0-EF7B-F8CF-CE2A-ECD9752E7DCA}"/>
          </ac:spMkLst>
        </pc:spChg>
        <pc:spChg chg="add mod">
          <ac:chgData name="Anaclet Sado Fokam" userId="2faa57b3-f4c6-4864-b66b-980354e1d210" providerId="ADAL" clId="{5760B679-D785-47E5-8FFE-33BCD2F2C7D3}" dt="2025-11-24T04:47:31.553" v="621" actId="2711"/>
          <ac:spMkLst>
            <pc:docMk/>
            <pc:sldMk cId="1963330" sldId="259"/>
            <ac:spMk id="4" creationId="{BD2B1B8D-C2B9-A3A7-CB1F-B80876308D2C}"/>
          </ac:spMkLst>
        </pc:spChg>
        <pc:spChg chg="add mod">
          <ac:chgData name="Anaclet Sado Fokam" userId="2faa57b3-f4c6-4864-b66b-980354e1d210" providerId="ADAL" clId="{5760B679-D785-47E5-8FFE-33BCD2F2C7D3}" dt="2025-11-24T04:47:39.513" v="622" actId="2711"/>
          <ac:spMkLst>
            <pc:docMk/>
            <pc:sldMk cId="1963330" sldId="259"/>
            <ac:spMk id="5" creationId="{DC554762-A35E-23FA-3D39-F1FE254C4C44}"/>
          </ac:spMkLst>
        </pc:spChg>
        <pc:spChg chg="add mod">
          <ac:chgData name="Anaclet Sado Fokam" userId="2faa57b3-f4c6-4864-b66b-980354e1d210" providerId="ADAL" clId="{5760B679-D785-47E5-8FFE-33BCD2F2C7D3}" dt="2025-11-24T04:47:45.058" v="623" actId="2711"/>
          <ac:spMkLst>
            <pc:docMk/>
            <pc:sldMk cId="1963330" sldId="259"/>
            <ac:spMk id="9" creationId="{FFE0E207-1742-8ABD-6FA9-DB4A069231D6}"/>
          </ac:spMkLst>
        </pc:spChg>
        <pc:cxnChg chg="add mod">
          <ac:chgData name="Anaclet Sado Fokam" userId="2faa57b3-f4c6-4864-b66b-980354e1d210" providerId="ADAL" clId="{5760B679-D785-47E5-8FFE-33BCD2F2C7D3}" dt="2025-11-24T04:02:33.336" v="135" actId="13822"/>
          <ac:cxnSpMkLst>
            <pc:docMk/>
            <pc:sldMk cId="1963330" sldId="259"/>
            <ac:cxnSpMk id="7" creationId="{42E2BC07-23A8-B020-4E5F-83ADE7CC18AD}"/>
          </ac:cxnSpMkLst>
        </pc:cxnChg>
      </pc:sldChg>
      <pc:sldChg chg="modSp mod modTransition">
        <pc:chgData name="Anaclet Sado Fokam" userId="2faa57b3-f4c6-4864-b66b-980354e1d210" providerId="ADAL" clId="{5760B679-D785-47E5-8FFE-33BCD2F2C7D3}" dt="2025-12-02T03:17:34.668" v="1415"/>
        <pc:sldMkLst>
          <pc:docMk/>
          <pc:sldMk cId="1042284510" sldId="260"/>
        </pc:sldMkLst>
        <pc:spChg chg="mod">
          <ac:chgData name="Anaclet Sado Fokam" userId="2faa57b3-f4c6-4864-b66b-980354e1d210" providerId="ADAL" clId="{5760B679-D785-47E5-8FFE-33BCD2F2C7D3}" dt="2025-11-24T04:47:02.186" v="617" actId="2711"/>
          <ac:spMkLst>
            <pc:docMk/>
            <pc:sldMk cId="1042284510" sldId="260"/>
            <ac:spMk id="9" creationId="{A87C0068-33E2-5714-4747-BA1D1A433872}"/>
          </ac:spMkLst>
        </pc:spChg>
        <pc:spChg chg="mod">
          <ac:chgData name="Anaclet Sado Fokam" userId="2faa57b3-f4c6-4864-b66b-980354e1d210" providerId="ADAL" clId="{5760B679-D785-47E5-8FFE-33BCD2F2C7D3}" dt="2025-11-24T03:55:19.552" v="69" actId="14100"/>
          <ac:spMkLst>
            <pc:docMk/>
            <pc:sldMk cId="1042284510" sldId="260"/>
            <ac:spMk id="28" creationId="{CFC22B8C-BB99-4E21-428E-733EFAF38EF8}"/>
          </ac:spMkLst>
        </pc:spChg>
      </pc:sldChg>
      <pc:sldChg chg="addSp delSp modSp mod modTransition">
        <pc:chgData name="Anaclet Sado Fokam" userId="2faa57b3-f4c6-4864-b66b-980354e1d210" providerId="ADAL" clId="{5760B679-D785-47E5-8FFE-33BCD2F2C7D3}" dt="2025-12-02T03:17:34.668" v="1415"/>
        <pc:sldMkLst>
          <pc:docMk/>
          <pc:sldMk cId="517153323" sldId="261"/>
        </pc:sldMkLst>
        <pc:spChg chg="mod">
          <ac:chgData name="Anaclet Sado Fokam" userId="2faa57b3-f4c6-4864-b66b-980354e1d210" providerId="ADAL" clId="{5760B679-D785-47E5-8FFE-33BCD2F2C7D3}" dt="2025-11-24T04:05:59.651" v="231" actId="20577"/>
          <ac:spMkLst>
            <pc:docMk/>
            <pc:sldMk cId="517153323" sldId="261"/>
            <ac:spMk id="2" creationId="{3870FAE6-25BE-C792-E4C8-5F257CE30A1E}"/>
          </ac:spMkLst>
        </pc:spChg>
        <pc:spChg chg="add mod">
          <ac:chgData name="Anaclet Sado Fokam" userId="2faa57b3-f4c6-4864-b66b-980354e1d210" providerId="ADAL" clId="{5760B679-D785-47E5-8FFE-33BCD2F2C7D3}" dt="2025-11-24T04:07:49.892" v="248" actId="1076"/>
          <ac:spMkLst>
            <pc:docMk/>
            <pc:sldMk cId="517153323" sldId="261"/>
            <ac:spMk id="6" creationId="{CC6655E4-23FC-0419-1900-6400CF9291C7}"/>
          </ac:spMkLst>
        </pc:spChg>
        <pc:picChg chg="add mod">
          <ac:chgData name="Anaclet Sado Fokam" userId="2faa57b3-f4c6-4864-b66b-980354e1d210" providerId="ADAL" clId="{5760B679-D785-47E5-8FFE-33BCD2F2C7D3}" dt="2025-11-24T04:06:44.827" v="244" actId="14100"/>
          <ac:picMkLst>
            <pc:docMk/>
            <pc:sldMk cId="517153323" sldId="261"/>
            <ac:picMk id="5" creationId="{8C5E29BB-9750-AA4A-431D-EB545D9F84DE}"/>
          </ac:picMkLst>
        </pc:picChg>
      </pc:sldChg>
      <pc:sldChg chg="addSp delSp modSp mod ord modTransition modNotesTx">
        <pc:chgData name="Anaclet Sado Fokam" userId="2faa57b3-f4c6-4864-b66b-980354e1d210" providerId="ADAL" clId="{5760B679-D785-47E5-8FFE-33BCD2F2C7D3}" dt="2025-12-02T03:17:34.668" v="1415"/>
        <pc:sldMkLst>
          <pc:docMk/>
          <pc:sldMk cId="970320156" sldId="262"/>
        </pc:sldMkLst>
        <pc:spChg chg="mod">
          <ac:chgData name="Anaclet Sado Fokam" userId="2faa57b3-f4c6-4864-b66b-980354e1d210" providerId="ADAL" clId="{5760B679-D785-47E5-8FFE-33BCD2F2C7D3}" dt="2025-11-24T04:54:04.996" v="769" actId="20577"/>
          <ac:spMkLst>
            <pc:docMk/>
            <pc:sldMk cId="970320156" sldId="262"/>
            <ac:spMk id="2" creationId="{5EA4E8DD-FAC6-852B-45A6-2CE1FE7E2533}"/>
          </ac:spMkLst>
        </pc:spChg>
        <pc:spChg chg="add mod">
          <ac:chgData name="Anaclet Sado Fokam" userId="2faa57b3-f4c6-4864-b66b-980354e1d210" providerId="ADAL" clId="{5760B679-D785-47E5-8FFE-33BCD2F2C7D3}" dt="2025-11-24T05:13:11.998" v="1175" actId="20577"/>
          <ac:spMkLst>
            <pc:docMk/>
            <pc:sldMk cId="970320156" sldId="262"/>
            <ac:spMk id="6" creationId="{434C3C00-01A8-3004-424F-851373677A3E}"/>
          </ac:spMkLst>
        </pc:spChg>
        <pc:picChg chg="add mod">
          <ac:chgData name="Anaclet Sado Fokam" userId="2faa57b3-f4c6-4864-b66b-980354e1d210" providerId="ADAL" clId="{5760B679-D785-47E5-8FFE-33BCD2F2C7D3}" dt="2025-11-24T04:50:10.138" v="680" actId="1036"/>
          <ac:picMkLst>
            <pc:docMk/>
            <pc:sldMk cId="970320156" sldId="262"/>
            <ac:picMk id="5" creationId="{B1ACEC63-509A-64AD-C7DE-FC3382975282}"/>
          </ac:picMkLst>
        </pc:picChg>
      </pc:sldChg>
      <pc:sldChg chg="addSp modSp mod ord modTransition">
        <pc:chgData name="Anaclet Sado Fokam" userId="2faa57b3-f4c6-4864-b66b-980354e1d210" providerId="ADAL" clId="{5760B679-D785-47E5-8FFE-33BCD2F2C7D3}" dt="2025-12-02T03:17:34.668" v="1415"/>
        <pc:sldMkLst>
          <pc:docMk/>
          <pc:sldMk cId="3364626524" sldId="263"/>
        </pc:sldMkLst>
        <pc:spChg chg="mod">
          <ac:chgData name="Anaclet Sado Fokam" userId="2faa57b3-f4c6-4864-b66b-980354e1d210" providerId="ADAL" clId="{5760B679-D785-47E5-8FFE-33BCD2F2C7D3}" dt="2025-11-24T04:53:54.827" v="751"/>
          <ac:spMkLst>
            <pc:docMk/>
            <pc:sldMk cId="3364626524" sldId="263"/>
            <ac:spMk id="2" creationId="{5A761DE3-A09B-F1B9-4BB1-8F0404687E24}"/>
          </ac:spMkLst>
        </pc:spChg>
        <pc:spChg chg="mod">
          <ac:chgData name="Anaclet Sado Fokam" userId="2faa57b3-f4c6-4864-b66b-980354e1d210" providerId="ADAL" clId="{5760B679-D785-47E5-8FFE-33BCD2F2C7D3}" dt="2025-12-02T03:13:25.846" v="1408" actId="20577"/>
          <ac:spMkLst>
            <pc:docMk/>
            <pc:sldMk cId="3364626524" sldId="263"/>
            <ac:spMk id="3" creationId="{DDB95678-B7C3-ABB0-BF9D-5B0B53F6EE97}"/>
          </ac:spMkLst>
        </pc:spChg>
        <pc:graphicFrameChg chg="add mod modGraphic">
          <ac:chgData name="Anaclet Sado Fokam" userId="2faa57b3-f4c6-4864-b66b-980354e1d210" providerId="ADAL" clId="{5760B679-D785-47E5-8FFE-33BCD2F2C7D3}" dt="2025-12-02T03:11:55.458" v="1314" actId="1036"/>
          <ac:graphicFrameMkLst>
            <pc:docMk/>
            <pc:sldMk cId="3364626524" sldId="263"/>
            <ac:graphicFrameMk id="7" creationId="{787FC959-9AA7-198B-BE07-74962870DA07}"/>
          </ac:graphicFrameMkLst>
        </pc:graphicFrameChg>
      </pc:sldChg>
      <pc:sldChg chg="addSp delSp modSp mod modTransition setBg">
        <pc:chgData name="Anaclet Sado Fokam" userId="2faa57b3-f4c6-4864-b66b-980354e1d210" providerId="ADAL" clId="{5760B679-D785-47E5-8FFE-33BCD2F2C7D3}" dt="2025-12-02T03:18:33.643" v="1416" actId="26606"/>
        <pc:sldMkLst>
          <pc:docMk/>
          <pc:sldMk cId="494753257" sldId="264"/>
        </pc:sldMkLst>
        <pc:spChg chg="mod">
          <ac:chgData name="Anaclet Sado Fokam" userId="2faa57b3-f4c6-4864-b66b-980354e1d210" providerId="ADAL" clId="{5760B679-D785-47E5-8FFE-33BCD2F2C7D3}" dt="2025-12-02T03:18:33.643" v="1416" actId="26606"/>
          <ac:spMkLst>
            <pc:docMk/>
            <pc:sldMk cId="494753257" sldId="264"/>
            <ac:spMk id="2" creationId="{61700B6D-6E8E-5A9D-86D4-45E160911C61}"/>
          </ac:spMkLst>
        </pc:spChg>
        <pc:graphicFrameChg chg="add">
          <ac:chgData name="Anaclet Sado Fokam" userId="2faa57b3-f4c6-4864-b66b-980354e1d210" providerId="ADAL" clId="{5760B679-D785-47E5-8FFE-33BCD2F2C7D3}" dt="2025-12-02T03:18:33.643" v="1416" actId="26606"/>
          <ac:graphicFrameMkLst>
            <pc:docMk/>
            <pc:sldMk cId="494753257" sldId="264"/>
            <ac:graphicFrameMk id="6" creationId="{3F7CC380-D241-C1AF-6AEE-506EEBFE9FB6}"/>
          </ac:graphicFrameMkLst>
        </pc:graphicFrameChg>
      </pc:sldChg>
      <pc:sldChg chg="modSp mod modTransition">
        <pc:chgData name="Anaclet Sado Fokam" userId="2faa57b3-f4c6-4864-b66b-980354e1d210" providerId="ADAL" clId="{5760B679-D785-47E5-8FFE-33BCD2F2C7D3}" dt="2025-12-02T03:17:34.668" v="1415"/>
        <pc:sldMkLst>
          <pc:docMk/>
          <pc:sldMk cId="3330455279" sldId="265"/>
        </pc:sldMkLst>
        <pc:spChg chg="mod">
          <ac:chgData name="Anaclet Sado Fokam" userId="2faa57b3-f4c6-4864-b66b-980354e1d210" providerId="ADAL" clId="{5760B679-D785-47E5-8FFE-33BCD2F2C7D3}" dt="2025-11-24T05:27:21.168" v="1287" actId="20577"/>
          <ac:spMkLst>
            <pc:docMk/>
            <pc:sldMk cId="3330455279" sldId="265"/>
            <ac:spMk id="3" creationId="{28F6FF93-104D-DA30-50FC-F4C8E196AEF0}"/>
          </ac:spMkLst>
        </pc:spChg>
      </pc:sldChg>
      <pc:sldChg chg="modSp mod modTransition">
        <pc:chgData name="Anaclet Sado Fokam" userId="2faa57b3-f4c6-4864-b66b-980354e1d210" providerId="ADAL" clId="{5760B679-D785-47E5-8FFE-33BCD2F2C7D3}" dt="2025-12-02T03:17:34.668" v="1415"/>
        <pc:sldMkLst>
          <pc:docMk/>
          <pc:sldMk cId="183607119" sldId="266"/>
        </pc:sldMkLst>
        <pc:spChg chg="mod">
          <ac:chgData name="Anaclet Sado Fokam" userId="2faa57b3-f4c6-4864-b66b-980354e1d210" providerId="ADAL" clId="{5760B679-D785-47E5-8FFE-33BCD2F2C7D3}" dt="2025-11-24T05:26:17.949" v="1284" actId="1076"/>
          <ac:spMkLst>
            <pc:docMk/>
            <pc:sldMk cId="183607119" sldId="266"/>
            <ac:spMk id="3" creationId="{ADC2DD95-7E8F-91C9-D3B5-B72AC8819BC5}"/>
          </ac:spMkLst>
        </pc:spChg>
      </pc:sldChg>
      <pc:sldChg chg="addSp delSp modSp new mod modTransition">
        <pc:chgData name="Anaclet Sado Fokam" userId="2faa57b3-f4c6-4864-b66b-980354e1d210" providerId="ADAL" clId="{5760B679-D785-47E5-8FFE-33BCD2F2C7D3}" dt="2025-12-02T03:20:33.383" v="1436" actId="1035"/>
        <pc:sldMkLst>
          <pc:docMk/>
          <pc:sldMk cId="33199579" sldId="267"/>
        </pc:sldMkLst>
        <pc:spChg chg="mod">
          <ac:chgData name="Anaclet Sado Fokam" userId="2faa57b3-f4c6-4864-b66b-980354e1d210" providerId="ADAL" clId="{5760B679-D785-47E5-8FFE-33BCD2F2C7D3}" dt="2025-11-24T04:22:31.793" v="467" actId="20577"/>
          <ac:spMkLst>
            <pc:docMk/>
            <pc:sldMk cId="33199579" sldId="267"/>
            <ac:spMk id="2" creationId="{C0F21ACA-B182-3361-6E38-42AC79DD75B0}"/>
          </ac:spMkLst>
        </pc:spChg>
        <pc:spChg chg="add mod">
          <ac:chgData name="Anaclet Sado Fokam" userId="2faa57b3-f4c6-4864-b66b-980354e1d210" providerId="ADAL" clId="{5760B679-D785-47E5-8FFE-33BCD2F2C7D3}" dt="2025-12-02T03:20:16.140" v="1419" actId="14100"/>
          <ac:spMkLst>
            <pc:docMk/>
            <pc:sldMk cId="33199579" sldId="267"/>
            <ac:spMk id="4" creationId="{38ADCAB9-C109-F61E-E469-D9C1E35E0863}"/>
          </ac:spMkLst>
        </pc:spChg>
        <pc:spChg chg="add mod">
          <ac:chgData name="Anaclet Sado Fokam" userId="2faa57b3-f4c6-4864-b66b-980354e1d210" providerId="ADAL" clId="{5760B679-D785-47E5-8FFE-33BCD2F2C7D3}" dt="2025-12-02T03:20:33.383" v="1436" actId="1035"/>
          <ac:spMkLst>
            <pc:docMk/>
            <pc:sldMk cId="33199579" sldId="267"/>
            <ac:spMk id="6" creationId="{A7D19E2A-2B61-C4DD-54AD-65781A4EFB53}"/>
          </ac:spMkLst>
        </pc:spChg>
      </pc:sldChg>
      <pc:sldChg chg="addSp delSp modSp new mod modTransition">
        <pc:chgData name="Anaclet Sado Fokam" userId="2faa57b3-f4c6-4864-b66b-980354e1d210" providerId="ADAL" clId="{5760B679-D785-47E5-8FFE-33BCD2F2C7D3}" dt="2025-12-02T03:21:30.608" v="1489" actId="12"/>
        <pc:sldMkLst>
          <pc:docMk/>
          <pc:sldMk cId="2451562085" sldId="268"/>
        </pc:sldMkLst>
        <pc:spChg chg="mod">
          <ac:chgData name="Anaclet Sado Fokam" userId="2faa57b3-f4c6-4864-b66b-980354e1d210" providerId="ADAL" clId="{5760B679-D785-47E5-8FFE-33BCD2F2C7D3}" dt="2025-11-24T04:25:41.301" v="501" actId="20577"/>
          <ac:spMkLst>
            <pc:docMk/>
            <pc:sldMk cId="2451562085" sldId="268"/>
            <ac:spMk id="2" creationId="{1AC116C8-B608-5E05-339C-B36D16FC9527}"/>
          </ac:spMkLst>
        </pc:spChg>
        <pc:spChg chg="add mod">
          <ac:chgData name="Anaclet Sado Fokam" userId="2faa57b3-f4c6-4864-b66b-980354e1d210" providerId="ADAL" clId="{5760B679-D785-47E5-8FFE-33BCD2F2C7D3}" dt="2025-12-02T03:21:30.608" v="1489" actId="12"/>
          <ac:spMkLst>
            <pc:docMk/>
            <pc:sldMk cId="2451562085" sldId="268"/>
            <ac:spMk id="7" creationId="{2BDD329B-F02E-CF28-CD43-CA1ED2E557B8}"/>
          </ac:spMkLst>
        </pc:spChg>
        <pc:picChg chg="add mod">
          <ac:chgData name="Anaclet Sado Fokam" userId="2faa57b3-f4c6-4864-b66b-980354e1d210" providerId="ADAL" clId="{5760B679-D785-47E5-8FFE-33BCD2F2C7D3}" dt="2025-12-02T03:20:58.973" v="1460" actId="1038"/>
          <ac:picMkLst>
            <pc:docMk/>
            <pc:sldMk cId="2451562085" sldId="268"/>
            <ac:picMk id="5" creationId="{054CB191-3C1D-F956-A5E9-1C586E93067E}"/>
          </ac:picMkLst>
        </pc:picChg>
      </pc:sldChg>
      <pc:sldChg chg="modSp add mod modTransition">
        <pc:chgData name="Anaclet Sado Fokam" userId="2faa57b3-f4c6-4864-b66b-980354e1d210" providerId="ADAL" clId="{5760B679-D785-47E5-8FFE-33BCD2F2C7D3}" dt="2025-12-02T03:17:34.668" v="1415"/>
        <pc:sldMkLst>
          <pc:docMk/>
          <pc:sldMk cId="2835374392" sldId="269"/>
        </pc:sldMkLst>
        <pc:spChg chg="mod">
          <ac:chgData name="Anaclet Sado Fokam" userId="2faa57b3-f4c6-4864-b66b-980354e1d210" providerId="ADAL" clId="{5760B679-D785-47E5-8FFE-33BCD2F2C7D3}" dt="2025-11-24T05:21:43.027" v="1190" actId="2711"/>
          <ac:spMkLst>
            <pc:docMk/>
            <pc:sldMk cId="2835374392" sldId="269"/>
            <ac:spMk id="6" creationId="{BED13F3B-6006-9B9F-A476-2E3D10172918}"/>
          </ac:spMkLst>
        </pc:spChg>
        <pc:picChg chg="mod">
          <ac:chgData name="Anaclet Sado Fokam" userId="2faa57b3-f4c6-4864-b66b-980354e1d210" providerId="ADAL" clId="{5760B679-D785-47E5-8FFE-33BCD2F2C7D3}" dt="2025-11-24T05:19:44.607" v="1183" actId="14100"/>
          <ac:picMkLst>
            <pc:docMk/>
            <pc:sldMk cId="2835374392" sldId="269"/>
            <ac:picMk id="5" creationId="{A030534D-0C36-F315-5F42-0B49C7BF924A}"/>
          </ac:picMkLst>
        </pc:picChg>
      </pc:sldChg>
    </pc:docChg>
  </pc:docChgLst>
  <pc:docChgLst>
    <pc:chgData name="Anaclet Sado Fokam" userId="2faa57b3-f4c6-4864-b66b-980354e1d210" providerId="ADAL" clId="{264CD5DE-444A-4881-9E1C-770798982107}"/>
    <pc:docChg chg="modSld">
      <pc:chgData name="Anaclet Sado Fokam" userId="2faa57b3-f4c6-4864-b66b-980354e1d210" providerId="ADAL" clId="{264CD5DE-444A-4881-9E1C-770798982107}" dt="2025-12-07T04:36:41.396" v="128" actId="20577"/>
      <pc:docMkLst>
        <pc:docMk/>
      </pc:docMkLst>
      <pc:sldChg chg="modSp mod">
        <pc:chgData name="Anaclet Sado Fokam" userId="2faa57b3-f4c6-4864-b66b-980354e1d210" providerId="ADAL" clId="{264CD5DE-444A-4881-9E1C-770798982107}" dt="2025-12-07T04:36:41.396" v="128" actId="20577"/>
        <pc:sldMkLst>
          <pc:docMk/>
          <pc:sldMk cId="1374822965" sldId="258"/>
        </pc:sldMkLst>
        <pc:spChg chg="mod">
          <ac:chgData name="Anaclet Sado Fokam" userId="2faa57b3-f4c6-4864-b66b-980354e1d210" providerId="ADAL" clId="{264CD5DE-444A-4881-9E1C-770798982107}" dt="2025-12-07T04:36:41.396" v="128" actId="20577"/>
          <ac:spMkLst>
            <pc:docMk/>
            <pc:sldMk cId="1374822965" sldId="258"/>
            <ac:spMk id="4" creationId="{E3C3A95E-F7C5-6E89-9332-31344D41CD56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18D61D-0E90-4BDF-B1E5-4DCB88A4DD1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D2812138-FA83-4CD6-B65C-D293C024F4DE}">
      <dgm:prSet phldrT="[Text]" phldr="0"/>
      <dgm:spPr/>
      <dgm:t>
        <a:bodyPr/>
        <a:lstStyle/>
        <a:p>
          <a:r>
            <a:rPr lang="en-US" dirty="0"/>
            <a:t>Company Share</a:t>
          </a:r>
          <a:endParaRPr lang="en-CA" dirty="0"/>
        </a:p>
      </dgm:t>
    </dgm:pt>
    <dgm:pt modelId="{498AEC5F-2F65-4454-A95C-7CBA9EE6319D}" type="parTrans" cxnId="{E982A7EC-F1C6-4680-9003-642CACA30C97}">
      <dgm:prSet/>
      <dgm:spPr/>
      <dgm:t>
        <a:bodyPr/>
        <a:lstStyle/>
        <a:p>
          <a:endParaRPr lang="en-CA"/>
        </a:p>
      </dgm:t>
    </dgm:pt>
    <dgm:pt modelId="{E90C3E74-37A5-46C0-81D4-EB62E0086455}" type="sibTrans" cxnId="{E982A7EC-F1C6-4680-9003-642CACA30C97}">
      <dgm:prSet/>
      <dgm:spPr/>
      <dgm:t>
        <a:bodyPr/>
        <a:lstStyle/>
        <a:p>
          <a:endParaRPr lang="en-CA"/>
        </a:p>
      </dgm:t>
    </dgm:pt>
    <dgm:pt modelId="{DBC8FB59-112F-4288-AD54-8B7FB9884E6A}">
      <dgm:prSet phldrT="[Text]" phldr="0"/>
      <dgm:spPr/>
      <dgm:t>
        <a:bodyPr/>
        <a:lstStyle/>
        <a:p>
          <a:r>
            <a:rPr lang="en-US" sz="2700" dirty="0"/>
            <a:t>Market size</a:t>
          </a:r>
          <a:endParaRPr lang="en-CA" sz="2700" dirty="0"/>
        </a:p>
      </dgm:t>
    </dgm:pt>
    <dgm:pt modelId="{AF0A48EF-4FC3-4575-9F56-1D32FE2AABD6}" type="parTrans" cxnId="{CE4006E2-FD2A-444E-BBDD-DBD80D6FBA8B}">
      <dgm:prSet/>
      <dgm:spPr/>
      <dgm:t>
        <a:bodyPr/>
        <a:lstStyle/>
        <a:p>
          <a:endParaRPr lang="en-CA"/>
        </a:p>
      </dgm:t>
    </dgm:pt>
    <dgm:pt modelId="{83CA71FB-6BB0-4551-B3D7-6D61A7D7C20E}" type="sibTrans" cxnId="{CE4006E2-FD2A-444E-BBDD-DBD80D6FBA8B}">
      <dgm:prSet/>
      <dgm:spPr/>
      <dgm:t>
        <a:bodyPr/>
        <a:lstStyle/>
        <a:p>
          <a:endParaRPr lang="en-CA"/>
        </a:p>
      </dgm:t>
    </dgm:pt>
    <dgm:pt modelId="{2363BF1B-62F0-4AE0-B957-203FDE2D7DEF}">
      <dgm:prSet phldrT="[Text]" phldr="0"/>
      <dgm:spPr/>
      <dgm:t>
        <a:bodyPr/>
        <a:lstStyle/>
        <a:p>
          <a:r>
            <a:rPr lang="en-US" dirty="0"/>
            <a:t>Spend Share</a:t>
          </a:r>
          <a:endParaRPr lang="en-CA" dirty="0"/>
        </a:p>
      </dgm:t>
    </dgm:pt>
    <dgm:pt modelId="{492150ED-9E35-4BE1-8B48-6ACA18568161}" type="parTrans" cxnId="{495779DB-F8DC-4F03-9E35-53EB2367D314}">
      <dgm:prSet/>
      <dgm:spPr/>
      <dgm:t>
        <a:bodyPr/>
        <a:lstStyle/>
        <a:p>
          <a:endParaRPr lang="en-CA"/>
        </a:p>
      </dgm:t>
    </dgm:pt>
    <dgm:pt modelId="{70BAC6B8-74F7-4DF6-9346-7B85E9D54B42}" type="sibTrans" cxnId="{495779DB-F8DC-4F03-9E35-53EB2367D314}">
      <dgm:prSet/>
      <dgm:spPr/>
      <dgm:t>
        <a:bodyPr/>
        <a:lstStyle/>
        <a:p>
          <a:endParaRPr lang="en-CA"/>
        </a:p>
      </dgm:t>
    </dgm:pt>
    <dgm:pt modelId="{932C3E09-65A4-4426-B5F2-7EB252EB6F1A}">
      <dgm:prSet phldrT="[Text]" phldr="0"/>
      <dgm:spPr/>
      <dgm:t>
        <a:bodyPr/>
        <a:lstStyle/>
        <a:p>
          <a:r>
            <a:rPr lang="en-US" sz="2700" dirty="0"/>
            <a:t>Revenue contribution</a:t>
          </a:r>
          <a:endParaRPr lang="en-CA" sz="2700" dirty="0"/>
        </a:p>
      </dgm:t>
    </dgm:pt>
    <dgm:pt modelId="{463FB66B-4A0B-443B-BC5D-253A7FE1BFB7}" type="parTrans" cxnId="{A0D31B97-B38D-4987-AC68-03BDCBAC8F4B}">
      <dgm:prSet/>
      <dgm:spPr/>
      <dgm:t>
        <a:bodyPr/>
        <a:lstStyle/>
        <a:p>
          <a:endParaRPr lang="en-CA"/>
        </a:p>
      </dgm:t>
    </dgm:pt>
    <dgm:pt modelId="{18E0DEC4-F67F-463F-871C-AB2C7F768F11}" type="sibTrans" cxnId="{A0D31B97-B38D-4987-AC68-03BDCBAC8F4B}">
      <dgm:prSet/>
      <dgm:spPr/>
      <dgm:t>
        <a:bodyPr/>
        <a:lstStyle/>
        <a:p>
          <a:endParaRPr lang="en-CA"/>
        </a:p>
      </dgm:t>
    </dgm:pt>
    <dgm:pt modelId="{06F535FB-0E47-4814-8BE4-63F695E02BC5}">
      <dgm:prSet phldrT="[Text]" custT="1"/>
      <dgm:spPr/>
      <dgm:t>
        <a:bodyPr/>
        <a:lstStyle/>
        <a:p>
          <a:r>
            <a:rPr lang="en-US" sz="1800" dirty="0"/>
            <a:t>Proportion of the spend in the overall</a:t>
          </a:r>
          <a:endParaRPr lang="en-CA" sz="1800" dirty="0"/>
        </a:p>
      </dgm:t>
    </dgm:pt>
    <dgm:pt modelId="{ED0E65B1-C1F0-4AE6-B4D9-CEE4E1C32A72}" type="parTrans" cxnId="{B2B2247A-A323-4F5D-94DD-18228C49E0F7}">
      <dgm:prSet/>
      <dgm:spPr/>
      <dgm:t>
        <a:bodyPr/>
        <a:lstStyle/>
        <a:p>
          <a:endParaRPr lang="en-CA"/>
        </a:p>
      </dgm:t>
    </dgm:pt>
    <dgm:pt modelId="{0AFF0B61-6018-4008-B626-D4E0058B1EA3}" type="sibTrans" cxnId="{B2B2247A-A323-4F5D-94DD-18228C49E0F7}">
      <dgm:prSet/>
      <dgm:spPr/>
      <dgm:t>
        <a:bodyPr/>
        <a:lstStyle/>
        <a:p>
          <a:endParaRPr lang="en-CA"/>
        </a:p>
      </dgm:t>
    </dgm:pt>
    <dgm:pt modelId="{78A4DA02-82E8-4345-9077-4282DC06A771}">
      <dgm:prSet phldrT="[Text]" phldr="0"/>
      <dgm:spPr/>
      <dgm:t>
        <a:bodyPr/>
        <a:lstStyle/>
        <a:p>
          <a:r>
            <a:rPr lang="en-US" dirty="0"/>
            <a:t>Spend by company</a:t>
          </a:r>
          <a:endParaRPr lang="en-CA" dirty="0"/>
        </a:p>
      </dgm:t>
    </dgm:pt>
    <dgm:pt modelId="{E7A6569B-DB93-4463-BEE6-3A8986585C25}" type="parTrans" cxnId="{9C2F08F5-742E-4A60-A678-348F96CF6D22}">
      <dgm:prSet/>
      <dgm:spPr/>
      <dgm:t>
        <a:bodyPr/>
        <a:lstStyle/>
        <a:p>
          <a:endParaRPr lang="en-CA"/>
        </a:p>
      </dgm:t>
    </dgm:pt>
    <dgm:pt modelId="{82398D10-5818-47C2-A2C3-4EE283E492D0}" type="sibTrans" cxnId="{9C2F08F5-742E-4A60-A678-348F96CF6D22}">
      <dgm:prSet/>
      <dgm:spPr/>
      <dgm:t>
        <a:bodyPr/>
        <a:lstStyle/>
        <a:p>
          <a:endParaRPr lang="en-CA"/>
        </a:p>
      </dgm:t>
    </dgm:pt>
    <dgm:pt modelId="{9AE5125F-4DB1-4774-9295-E246C7E6EA62}">
      <dgm:prSet phldrT="[Text]" phldr="0"/>
      <dgm:spPr/>
      <dgm:t>
        <a:bodyPr/>
        <a:lstStyle/>
        <a:p>
          <a:r>
            <a:rPr lang="en-US" sz="2700" dirty="0"/>
            <a:t>Adoption level</a:t>
          </a:r>
          <a:endParaRPr lang="en-CA" sz="2700" dirty="0"/>
        </a:p>
      </dgm:t>
    </dgm:pt>
    <dgm:pt modelId="{4C5CF1FE-5CD8-47CD-8F50-2A721AB603B5}" type="parTrans" cxnId="{A208E359-FECF-457E-866F-BF10B93C3095}">
      <dgm:prSet/>
      <dgm:spPr/>
      <dgm:t>
        <a:bodyPr/>
        <a:lstStyle/>
        <a:p>
          <a:endParaRPr lang="en-CA"/>
        </a:p>
      </dgm:t>
    </dgm:pt>
    <dgm:pt modelId="{D1B3CEFC-ECB2-47E8-AF59-04659BD9414F}" type="sibTrans" cxnId="{A208E359-FECF-457E-866F-BF10B93C3095}">
      <dgm:prSet/>
      <dgm:spPr/>
      <dgm:t>
        <a:bodyPr/>
        <a:lstStyle/>
        <a:p>
          <a:endParaRPr lang="en-CA"/>
        </a:p>
      </dgm:t>
    </dgm:pt>
    <dgm:pt modelId="{3D8AD366-3178-4ADA-9D7C-F1F3BDCED275}">
      <dgm:prSet phldrT="[Text]" phldr="0" custT="1"/>
      <dgm:spPr/>
      <dgm:t>
        <a:bodyPr/>
        <a:lstStyle/>
        <a:p>
          <a:endParaRPr lang="en-CA" sz="1800" dirty="0"/>
        </a:p>
      </dgm:t>
    </dgm:pt>
    <dgm:pt modelId="{EAC1760F-103A-412C-A61E-09661CC332BE}" type="parTrans" cxnId="{3B3C8037-C4B4-4B3A-98D1-83BB82427FFE}">
      <dgm:prSet/>
      <dgm:spPr/>
      <dgm:t>
        <a:bodyPr/>
        <a:lstStyle/>
        <a:p>
          <a:endParaRPr lang="en-CA"/>
        </a:p>
      </dgm:t>
    </dgm:pt>
    <dgm:pt modelId="{B10D85C1-B4DC-49C6-B034-7ADEF50C3DE8}" type="sibTrans" cxnId="{3B3C8037-C4B4-4B3A-98D1-83BB82427FFE}">
      <dgm:prSet/>
      <dgm:spPr/>
      <dgm:t>
        <a:bodyPr/>
        <a:lstStyle/>
        <a:p>
          <a:endParaRPr lang="en-CA"/>
        </a:p>
      </dgm:t>
    </dgm:pt>
    <dgm:pt modelId="{BB85901C-0866-4F62-A863-99D5CEF619F7}">
      <dgm:prSet phldrT="[Text]" phldr="0"/>
      <dgm:spPr/>
      <dgm:t>
        <a:bodyPr/>
        <a:lstStyle/>
        <a:p>
          <a:endParaRPr lang="en-CA" sz="2700" dirty="0"/>
        </a:p>
      </dgm:t>
    </dgm:pt>
    <dgm:pt modelId="{84F51B33-9CCE-472A-9D25-5A4C5CBEB99D}" type="parTrans" cxnId="{D04E42E4-ED00-4FE4-AD6E-DCE5003990D7}">
      <dgm:prSet/>
      <dgm:spPr/>
      <dgm:t>
        <a:bodyPr/>
        <a:lstStyle/>
        <a:p>
          <a:endParaRPr lang="en-CA"/>
        </a:p>
      </dgm:t>
    </dgm:pt>
    <dgm:pt modelId="{FB04EE36-3524-46AA-BA28-4BFBA53DBE6C}" type="sibTrans" cxnId="{D04E42E4-ED00-4FE4-AD6E-DCE5003990D7}">
      <dgm:prSet/>
      <dgm:spPr/>
      <dgm:t>
        <a:bodyPr/>
        <a:lstStyle/>
        <a:p>
          <a:endParaRPr lang="en-CA"/>
        </a:p>
      </dgm:t>
    </dgm:pt>
    <dgm:pt modelId="{EDA5CC30-D482-4A8D-BD9F-6352EBD4F3E9}">
      <dgm:prSet phldrT="[Text]" phldr="0" custT="1"/>
      <dgm:spPr/>
      <dgm:t>
        <a:bodyPr/>
        <a:lstStyle/>
        <a:p>
          <a:r>
            <a:rPr lang="en-US" sz="1800" dirty="0"/>
            <a:t>Proportion of the number of company in the overall</a:t>
          </a:r>
          <a:endParaRPr lang="en-CA" sz="1800" dirty="0"/>
        </a:p>
      </dgm:t>
    </dgm:pt>
    <dgm:pt modelId="{2FFF07FD-F04A-41FD-962A-DFC1AC8588D9}" type="parTrans" cxnId="{471FA4FA-3AF8-4C7C-AE62-128C881D3AF4}">
      <dgm:prSet/>
      <dgm:spPr/>
      <dgm:t>
        <a:bodyPr/>
        <a:lstStyle/>
        <a:p>
          <a:endParaRPr lang="en-CA"/>
        </a:p>
      </dgm:t>
    </dgm:pt>
    <dgm:pt modelId="{2164E329-BAD7-42CF-9B86-EF5B08AB68F4}" type="sibTrans" cxnId="{471FA4FA-3AF8-4C7C-AE62-128C881D3AF4}">
      <dgm:prSet/>
      <dgm:spPr/>
      <dgm:t>
        <a:bodyPr/>
        <a:lstStyle/>
        <a:p>
          <a:endParaRPr lang="en-CA"/>
        </a:p>
      </dgm:t>
    </dgm:pt>
    <dgm:pt modelId="{1E14A0D1-A78F-4EBB-BD25-E35237FC7DC0}">
      <dgm:prSet phldrT="[Text]" phldr="0" custT="1"/>
      <dgm:spPr/>
      <dgm:t>
        <a:bodyPr/>
        <a:lstStyle/>
        <a:p>
          <a:r>
            <a:rPr lang="en-US" sz="1800" dirty="0"/>
            <a:t>Average spend</a:t>
          </a:r>
          <a:endParaRPr lang="en-CA" sz="1800" dirty="0"/>
        </a:p>
      </dgm:t>
    </dgm:pt>
    <dgm:pt modelId="{447E37FD-A6B3-47AC-B922-D538633FF2DB}" type="parTrans" cxnId="{9CB8AEED-5BFB-4773-B5F5-F1DC010C029E}">
      <dgm:prSet/>
      <dgm:spPr/>
      <dgm:t>
        <a:bodyPr/>
        <a:lstStyle/>
        <a:p>
          <a:endParaRPr lang="en-CA"/>
        </a:p>
      </dgm:t>
    </dgm:pt>
    <dgm:pt modelId="{B730B961-83C6-46D1-A33B-698B036A3487}" type="sibTrans" cxnId="{9CB8AEED-5BFB-4773-B5F5-F1DC010C029E}">
      <dgm:prSet/>
      <dgm:spPr/>
      <dgm:t>
        <a:bodyPr/>
        <a:lstStyle/>
        <a:p>
          <a:endParaRPr lang="en-CA"/>
        </a:p>
      </dgm:t>
    </dgm:pt>
    <dgm:pt modelId="{A5D003AB-78DC-425F-896B-3F3691FEA4F9}" type="pres">
      <dgm:prSet presAssocID="{C118D61D-0E90-4BDF-B1E5-4DCB88A4DD12}" presName="Name0" presStyleCnt="0">
        <dgm:presLayoutVars>
          <dgm:dir/>
          <dgm:animLvl val="lvl"/>
          <dgm:resizeHandles val="exact"/>
        </dgm:presLayoutVars>
      </dgm:prSet>
      <dgm:spPr/>
    </dgm:pt>
    <dgm:pt modelId="{5CFDEE22-6931-4B8E-BDCC-60397765E5B9}" type="pres">
      <dgm:prSet presAssocID="{D2812138-FA83-4CD6-B65C-D293C024F4DE}" presName="composite" presStyleCnt="0"/>
      <dgm:spPr/>
    </dgm:pt>
    <dgm:pt modelId="{1A9809E2-4EB8-4572-BF40-A258DC7773F5}" type="pres">
      <dgm:prSet presAssocID="{D2812138-FA83-4CD6-B65C-D293C024F4D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CE3C5AC-1400-4A92-98EA-D5AA06FF3FFD}" type="pres">
      <dgm:prSet presAssocID="{D2812138-FA83-4CD6-B65C-D293C024F4DE}" presName="desTx" presStyleLbl="alignAccFollowNode1" presStyleIdx="0" presStyleCnt="3">
        <dgm:presLayoutVars>
          <dgm:bulletEnabled val="1"/>
        </dgm:presLayoutVars>
      </dgm:prSet>
      <dgm:spPr/>
    </dgm:pt>
    <dgm:pt modelId="{57411429-8392-44DB-AA84-0C40D1DB0C35}" type="pres">
      <dgm:prSet presAssocID="{E90C3E74-37A5-46C0-81D4-EB62E0086455}" presName="space" presStyleCnt="0"/>
      <dgm:spPr/>
    </dgm:pt>
    <dgm:pt modelId="{226947EB-1C3C-4BB8-B3C9-92A433BCDF00}" type="pres">
      <dgm:prSet presAssocID="{2363BF1B-62F0-4AE0-B957-203FDE2D7DEF}" presName="composite" presStyleCnt="0"/>
      <dgm:spPr/>
    </dgm:pt>
    <dgm:pt modelId="{D56DF2BF-4F92-429A-8600-477F0BE3F141}" type="pres">
      <dgm:prSet presAssocID="{2363BF1B-62F0-4AE0-B957-203FDE2D7DE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98BE49A-795C-46E4-8500-48AB32ED3CC8}" type="pres">
      <dgm:prSet presAssocID="{2363BF1B-62F0-4AE0-B957-203FDE2D7DEF}" presName="desTx" presStyleLbl="alignAccFollowNode1" presStyleIdx="1" presStyleCnt="3">
        <dgm:presLayoutVars>
          <dgm:bulletEnabled val="1"/>
        </dgm:presLayoutVars>
      </dgm:prSet>
      <dgm:spPr/>
    </dgm:pt>
    <dgm:pt modelId="{4D1517B5-0973-4666-99E8-A50B717585CC}" type="pres">
      <dgm:prSet presAssocID="{70BAC6B8-74F7-4DF6-9346-7B85E9D54B42}" presName="space" presStyleCnt="0"/>
      <dgm:spPr/>
    </dgm:pt>
    <dgm:pt modelId="{09720D7D-ACFF-479E-AE1F-3937E305FB5C}" type="pres">
      <dgm:prSet presAssocID="{78A4DA02-82E8-4345-9077-4282DC06A771}" presName="composite" presStyleCnt="0"/>
      <dgm:spPr/>
    </dgm:pt>
    <dgm:pt modelId="{90982831-218B-41B7-AE3A-3703001EA4A7}" type="pres">
      <dgm:prSet presAssocID="{78A4DA02-82E8-4345-9077-4282DC06A7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0AD4100-06E7-4473-80B2-EF5DC9DBDEC4}" type="pres">
      <dgm:prSet presAssocID="{78A4DA02-82E8-4345-9077-4282DC06A7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5F88D15-AAAC-4E9C-9DA3-989C1EF32068}" type="presOf" srcId="{78A4DA02-82E8-4345-9077-4282DC06A771}" destId="{90982831-218B-41B7-AE3A-3703001EA4A7}" srcOrd="0" destOrd="0" presId="urn:microsoft.com/office/officeart/2005/8/layout/hList1"/>
    <dgm:cxn modelId="{3B3C8037-C4B4-4B3A-98D1-83BB82427FFE}" srcId="{78A4DA02-82E8-4345-9077-4282DC06A771}" destId="{3D8AD366-3178-4ADA-9D7C-F1F3BDCED275}" srcOrd="1" destOrd="0" parTransId="{EAC1760F-103A-412C-A61E-09661CC332BE}" sibTransId="{B10D85C1-B4DC-49C6-B034-7ADEF50C3DE8}"/>
    <dgm:cxn modelId="{9C509D62-ABAE-4165-91CD-CC4A62CE621B}" type="presOf" srcId="{06F535FB-0E47-4814-8BE4-63F695E02BC5}" destId="{398BE49A-795C-46E4-8500-48AB32ED3CC8}" srcOrd="0" destOrd="1" presId="urn:microsoft.com/office/officeart/2005/8/layout/hList1"/>
    <dgm:cxn modelId="{BF2AE250-6B18-4A1B-B632-1D60A0472F85}" type="presOf" srcId="{9AE5125F-4DB1-4774-9295-E246C7E6EA62}" destId="{D0AD4100-06E7-4473-80B2-EF5DC9DBDEC4}" srcOrd="0" destOrd="0" presId="urn:microsoft.com/office/officeart/2005/8/layout/hList1"/>
    <dgm:cxn modelId="{939DB156-FF1D-4476-9EB3-0C122D9080BF}" type="presOf" srcId="{1E14A0D1-A78F-4EBB-BD25-E35237FC7DC0}" destId="{D0AD4100-06E7-4473-80B2-EF5DC9DBDEC4}" srcOrd="0" destOrd="2" presId="urn:microsoft.com/office/officeart/2005/8/layout/hList1"/>
    <dgm:cxn modelId="{A208E359-FECF-457E-866F-BF10B93C3095}" srcId="{78A4DA02-82E8-4345-9077-4282DC06A771}" destId="{9AE5125F-4DB1-4774-9295-E246C7E6EA62}" srcOrd="0" destOrd="0" parTransId="{4C5CF1FE-5CD8-47CD-8F50-2A721AB603B5}" sibTransId="{D1B3CEFC-ECB2-47E8-AF59-04659BD9414F}"/>
    <dgm:cxn modelId="{B2B2247A-A323-4F5D-94DD-18228C49E0F7}" srcId="{2363BF1B-62F0-4AE0-B957-203FDE2D7DEF}" destId="{06F535FB-0E47-4814-8BE4-63F695E02BC5}" srcOrd="1" destOrd="0" parTransId="{ED0E65B1-C1F0-4AE6-B4D9-CEE4E1C32A72}" sibTransId="{0AFF0B61-6018-4008-B626-D4E0058B1EA3}"/>
    <dgm:cxn modelId="{4FED7683-5723-402D-927D-A45410AA6092}" type="presOf" srcId="{EDA5CC30-D482-4A8D-BD9F-6352EBD4F3E9}" destId="{DCE3C5AC-1400-4A92-98EA-D5AA06FF3FFD}" srcOrd="0" destOrd="2" presId="urn:microsoft.com/office/officeart/2005/8/layout/hList1"/>
    <dgm:cxn modelId="{A0D31B97-B38D-4987-AC68-03BDCBAC8F4B}" srcId="{2363BF1B-62F0-4AE0-B957-203FDE2D7DEF}" destId="{932C3E09-65A4-4426-B5F2-7EB252EB6F1A}" srcOrd="0" destOrd="0" parTransId="{463FB66B-4A0B-443B-BC5D-253A7FE1BFB7}" sibTransId="{18E0DEC4-F67F-463F-871C-AB2C7F768F11}"/>
    <dgm:cxn modelId="{BDB60898-136E-48A9-AEB0-49A962F6814D}" type="presOf" srcId="{C118D61D-0E90-4BDF-B1E5-4DCB88A4DD12}" destId="{A5D003AB-78DC-425F-896B-3F3691FEA4F9}" srcOrd="0" destOrd="0" presId="urn:microsoft.com/office/officeart/2005/8/layout/hList1"/>
    <dgm:cxn modelId="{F7C8B4A3-B058-481F-9EAB-03E5859093AF}" type="presOf" srcId="{3D8AD366-3178-4ADA-9D7C-F1F3BDCED275}" destId="{D0AD4100-06E7-4473-80B2-EF5DC9DBDEC4}" srcOrd="0" destOrd="1" presId="urn:microsoft.com/office/officeart/2005/8/layout/hList1"/>
    <dgm:cxn modelId="{63609AA4-DE68-4C1F-A758-A9FD0B70A9F8}" type="presOf" srcId="{BB85901C-0866-4F62-A863-99D5CEF619F7}" destId="{DCE3C5AC-1400-4A92-98EA-D5AA06FF3FFD}" srcOrd="0" destOrd="1" presId="urn:microsoft.com/office/officeart/2005/8/layout/hList1"/>
    <dgm:cxn modelId="{C10063CC-4005-44FD-9A01-ACFD08B695C7}" type="presOf" srcId="{D2812138-FA83-4CD6-B65C-D293C024F4DE}" destId="{1A9809E2-4EB8-4572-BF40-A258DC7773F5}" srcOrd="0" destOrd="0" presId="urn:microsoft.com/office/officeart/2005/8/layout/hList1"/>
    <dgm:cxn modelId="{9A403BD3-8D9D-4BA1-92E8-AABBD3E3538C}" type="presOf" srcId="{932C3E09-65A4-4426-B5F2-7EB252EB6F1A}" destId="{398BE49A-795C-46E4-8500-48AB32ED3CC8}" srcOrd="0" destOrd="0" presId="urn:microsoft.com/office/officeart/2005/8/layout/hList1"/>
    <dgm:cxn modelId="{BD05B9D7-5EB8-4F7B-AD92-99F2D9D688B3}" type="presOf" srcId="{DBC8FB59-112F-4288-AD54-8B7FB9884E6A}" destId="{DCE3C5AC-1400-4A92-98EA-D5AA06FF3FFD}" srcOrd="0" destOrd="0" presId="urn:microsoft.com/office/officeart/2005/8/layout/hList1"/>
    <dgm:cxn modelId="{495779DB-F8DC-4F03-9E35-53EB2367D314}" srcId="{C118D61D-0E90-4BDF-B1E5-4DCB88A4DD12}" destId="{2363BF1B-62F0-4AE0-B957-203FDE2D7DEF}" srcOrd="1" destOrd="0" parTransId="{492150ED-9E35-4BE1-8B48-6ACA18568161}" sibTransId="{70BAC6B8-74F7-4DF6-9346-7B85E9D54B42}"/>
    <dgm:cxn modelId="{CE4006E2-FD2A-444E-BBDD-DBD80D6FBA8B}" srcId="{D2812138-FA83-4CD6-B65C-D293C024F4DE}" destId="{DBC8FB59-112F-4288-AD54-8B7FB9884E6A}" srcOrd="0" destOrd="0" parTransId="{AF0A48EF-4FC3-4575-9F56-1D32FE2AABD6}" sibTransId="{83CA71FB-6BB0-4551-B3D7-6D61A7D7C20E}"/>
    <dgm:cxn modelId="{5012DFE3-A004-4A2F-80F3-A4B92ADF1396}" type="presOf" srcId="{2363BF1B-62F0-4AE0-B957-203FDE2D7DEF}" destId="{D56DF2BF-4F92-429A-8600-477F0BE3F141}" srcOrd="0" destOrd="0" presId="urn:microsoft.com/office/officeart/2005/8/layout/hList1"/>
    <dgm:cxn modelId="{D04E42E4-ED00-4FE4-AD6E-DCE5003990D7}" srcId="{D2812138-FA83-4CD6-B65C-D293C024F4DE}" destId="{BB85901C-0866-4F62-A863-99D5CEF619F7}" srcOrd="1" destOrd="0" parTransId="{84F51B33-9CCE-472A-9D25-5A4C5CBEB99D}" sibTransId="{FB04EE36-3524-46AA-BA28-4BFBA53DBE6C}"/>
    <dgm:cxn modelId="{E982A7EC-F1C6-4680-9003-642CACA30C97}" srcId="{C118D61D-0E90-4BDF-B1E5-4DCB88A4DD12}" destId="{D2812138-FA83-4CD6-B65C-D293C024F4DE}" srcOrd="0" destOrd="0" parTransId="{498AEC5F-2F65-4454-A95C-7CBA9EE6319D}" sibTransId="{E90C3E74-37A5-46C0-81D4-EB62E0086455}"/>
    <dgm:cxn modelId="{9CB8AEED-5BFB-4773-B5F5-F1DC010C029E}" srcId="{78A4DA02-82E8-4345-9077-4282DC06A771}" destId="{1E14A0D1-A78F-4EBB-BD25-E35237FC7DC0}" srcOrd="2" destOrd="0" parTransId="{447E37FD-A6B3-47AC-B922-D538633FF2DB}" sibTransId="{B730B961-83C6-46D1-A33B-698B036A3487}"/>
    <dgm:cxn modelId="{9C2F08F5-742E-4A60-A678-348F96CF6D22}" srcId="{C118D61D-0E90-4BDF-B1E5-4DCB88A4DD12}" destId="{78A4DA02-82E8-4345-9077-4282DC06A771}" srcOrd="2" destOrd="0" parTransId="{E7A6569B-DB93-4463-BEE6-3A8986585C25}" sibTransId="{82398D10-5818-47C2-A2C3-4EE283E492D0}"/>
    <dgm:cxn modelId="{471FA4FA-3AF8-4C7C-AE62-128C881D3AF4}" srcId="{D2812138-FA83-4CD6-B65C-D293C024F4DE}" destId="{EDA5CC30-D482-4A8D-BD9F-6352EBD4F3E9}" srcOrd="2" destOrd="0" parTransId="{2FFF07FD-F04A-41FD-962A-DFC1AC8588D9}" sibTransId="{2164E329-BAD7-42CF-9B86-EF5B08AB68F4}"/>
    <dgm:cxn modelId="{6F754CD6-AEAD-4C0D-BF7D-93A53D409A5D}" type="presParOf" srcId="{A5D003AB-78DC-425F-896B-3F3691FEA4F9}" destId="{5CFDEE22-6931-4B8E-BDCC-60397765E5B9}" srcOrd="0" destOrd="0" presId="urn:microsoft.com/office/officeart/2005/8/layout/hList1"/>
    <dgm:cxn modelId="{1C3001DA-662D-42C6-B799-C9F25822D236}" type="presParOf" srcId="{5CFDEE22-6931-4B8E-BDCC-60397765E5B9}" destId="{1A9809E2-4EB8-4572-BF40-A258DC7773F5}" srcOrd="0" destOrd="0" presId="urn:microsoft.com/office/officeart/2005/8/layout/hList1"/>
    <dgm:cxn modelId="{0CEF1310-FFA7-4C35-A983-9E87A802A9D1}" type="presParOf" srcId="{5CFDEE22-6931-4B8E-BDCC-60397765E5B9}" destId="{DCE3C5AC-1400-4A92-98EA-D5AA06FF3FFD}" srcOrd="1" destOrd="0" presId="urn:microsoft.com/office/officeart/2005/8/layout/hList1"/>
    <dgm:cxn modelId="{CF18E79C-0830-4E37-B00E-60191FDF4042}" type="presParOf" srcId="{A5D003AB-78DC-425F-896B-3F3691FEA4F9}" destId="{57411429-8392-44DB-AA84-0C40D1DB0C35}" srcOrd="1" destOrd="0" presId="urn:microsoft.com/office/officeart/2005/8/layout/hList1"/>
    <dgm:cxn modelId="{D4E1D702-917B-421F-B070-4879D30A26FD}" type="presParOf" srcId="{A5D003AB-78DC-425F-896B-3F3691FEA4F9}" destId="{226947EB-1C3C-4BB8-B3C9-92A433BCDF00}" srcOrd="2" destOrd="0" presId="urn:microsoft.com/office/officeart/2005/8/layout/hList1"/>
    <dgm:cxn modelId="{EE9A94C9-7E2C-4166-BDBC-C58CD7EC215C}" type="presParOf" srcId="{226947EB-1C3C-4BB8-B3C9-92A433BCDF00}" destId="{D56DF2BF-4F92-429A-8600-477F0BE3F141}" srcOrd="0" destOrd="0" presId="urn:microsoft.com/office/officeart/2005/8/layout/hList1"/>
    <dgm:cxn modelId="{26F9CB5C-64A5-4234-9CFC-89CBDF67BD72}" type="presParOf" srcId="{226947EB-1C3C-4BB8-B3C9-92A433BCDF00}" destId="{398BE49A-795C-46E4-8500-48AB32ED3CC8}" srcOrd="1" destOrd="0" presId="urn:microsoft.com/office/officeart/2005/8/layout/hList1"/>
    <dgm:cxn modelId="{5170ECD1-0559-42C6-A84A-404A88980673}" type="presParOf" srcId="{A5D003AB-78DC-425F-896B-3F3691FEA4F9}" destId="{4D1517B5-0973-4666-99E8-A50B717585CC}" srcOrd="3" destOrd="0" presId="urn:microsoft.com/office/officeart/2005/8/layout/hList1"/>
    <dgm:cxn modelId="{A9BE617E-5C58-44BD-A20C-E901D215BAF7}" type="presParOf" srcId="{A5D003AB-78DC-425F-896B-3F3691FEA4F9}" destId="{09720D7D-ACFF-479E-AE1F-3937E305FB5C}" srcOrd="4" destOrd="0" presId="urn:microsoft.com/office/officeart/2005/8/layout/hList1"/>
    <dgm:cxn modelId="{7312A4E7-178D-44F3-9E2A-36562C65ABD0}" type="presParOf" srcId="{09720D7D-ACFF-479E-AE1F-3937E305FB5C}" destId="{90982831-218B-41B7-AE3A-3703001EA4A7}" srcOrd="0" destOrd="0" presId="urn:microsoft.com/office/officeart/2005/8/layout/hList1"/>
    <dgm:cxn modelId="{10B7BDC4-654F-4A15-97E1-BD222D3928A3}" type="presParOf" srcId="{09720D7D-ACFF-479E-AE1F-3937E305FB5C}" destId="{D0AD4100-06E7-4473-80B2-EF5DC9DBDEC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125CC9-615E-4C65-AE0C-5592E25CBC9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072AF5-1B9D-4FE6-8E8D-A50FC09580A5}">
      <dgm:prSet/>
      <dgm:spPr/>
      <dgm:t>
        <a:bodyPr/>
        <a:lstStyle/>
        <a:p>
          <a:pPr>
            <a:defRPr cap="all"/>
          </a:pPr>
          <a:r>
            <a:rPr lang="en-US" b="0" i="0" baseline="0"/>
            <a:t>Revenue is highly concentrated</a:t>
          </a:r>
          <a:endParaRPr lang="en-US"/>
        </a:p>
      </dgm:t>
    </dgm:pt>
    <dgm:pt modelId="{BD37AAD9-7BD4-4701-B941-373B7B149892}" type="parTrans" cxnId="{8FF26734-D885-47E4-A366-AA4289E2792C}">
      <dgm:prSet/>
      <dgm:spPr/>
      <dgm:t>
        <a:bodyPr/>
        <a:lstStyle/>
        <a:p>
          <a:endParaRPr lang="en-US"/>
        </a:p>
      </dgm:t>
    </dgm:pt>
    <dgm:pt modelId="{D4A249BD-EF2E-45CF-B6C1-694E7CC66D27}" type="sibTrans" cxnId="{8FF26734-D885-47E4-A366-AA4289E2792C}">
      <dgm:prSet/>
      <dgm:spPr/>
      <dgm:t>
        <a:bodyPr/>
        <a:lstStyle/>
        <a:p>
          <a:endParaRPr lang="en-US"/>
        </a:p>
      </dgm:t>
    </dgm:pt>
    <dgm:pt modelId="{CB6626FE-1463-48B3-888B-A3FCC535670A}">
      <dgm:prSet/>
      <dgm:spPr/>
      <dgm:t>
        <a:bodyPr/>
        <a:lstStyle/>
        <a:p>
          <a:pPr>
            <a:defRPr cap="all"/>
          </a:pPr>
          <a:r>
            <a:rPr lang="en-US" b="0" i="0" baseline="0"/>
            <a:t>Some small cities present real opportunities</a:t>
          </a:r>
          <a:endParaRPr lang="en-US"/>
        </a:p>
      </dgm:t>
    </dgm:pt>
    <dgm:pt modelId="{DBF47E5E-FCB4-4CF9-A1B7-2B6F16AFC1AD}" type="parTrans" cxnId="{B6949150-A345-4574-991A-7B1D42941104}">
      <dgm:prSet/>
      <dgm:spPr/>
      <dgm:t>
        <a:bodyPr/>
        <a:lstStyle/>
        <a:p>
          <a:endParaRPr lang="en-US"/>
        </a:p>
      </dgm:t>
    </dgm:pt>
    <dgm:pt modelId="{51CEB790-2AA7-4B00-B344-8AACB4CB3F2C}" type="sibTrans" cxnId="{B6949150-A345-4574-991A-7B1D42941104}">
      <dgm:prSet/>
      <dgm:spPr/>
      <dgm:t>
        <a:bodyPr/>
        <a:lstStyle/>
        <a:p>
          <a:endParaRPr lang="en-US"/>
        </a:p>
      </dgm:t>
    </dgm:pt>
    <dgm:pt modelId="{C00B24F1-0C20-4847-84D9-6A72A291F8CB}">
      <dgm:prSet/>
      <dgm:spPr/>
      <dgm:t>
        <a:bodyPr/>
        <a:lstStyle/>
        <a:p>
          <a:pPr>
            <a:defRPr cap="all"/>
          </a:pPr>
          <a:r>
            <a:rPr lang="en-US" b="0" i="0" baseline="0"/>
            <a:t>London remains a strong but improvable market</a:t>
          </a:r>
          <a:endParaRPr lang="en-US"/>
        </a:p>
      </dgm:t>
    </dgm:pt>
    <dgm:pt modelId="{9F2187D0-9B5E-4549-B2BA-0968DA617B44}" type="parTrans" cxnId="{7361EE8D-07A0-4697-90A5-8E5D8BC951B6}">
      <dgm:prSet/>
      <dgm:spPr/>
      <dgm:t>
        <a:bodyPr/>
        <a:lstStyle/>
        <a:p>
          <a:endParaRPr lang="en-US"/>
        </a:p>
      </dgm:t>
    </dgm:pt>
    <dgm:pt modelId="{11F71D56-FDA3-40BC-8DB6-E8B9EBF32415}" type="sibTrans" cxnId="{7361EE8D-07A0-4697-90A5-8E5D8BC951B6}">
      <dgm:prSet/>
      <dgm:spPr/>
      <dgm:t>
        <a:bodyPr/>
        <a:lstStyle/>
        <a:p>
          <a:endParaRPr lang="en-US"/>
        </a:p>
      </dgm:t>
    </dgm:pt>
    <dgm:pt modelId="{7A7FB170-CB07-42A3-AEC8-D25C237F16C4}">
      <dgm:prSet/>
      <dgm:spPr/>
      <dgm:t>
        <a:bodyPr/>
        <a:lstStyle/>
        <a:p>
          <a:pPr>
            <a:defRPr cap="all"/>
          </a:pPr>
          <a:r>
            <a:rPr lang="en-US" b="0" i="0" baseline="0"/>
            <a:t>The ‘OTHER’ category requires breakdown and reclassification</a:t>
          </a:r>
          <a:endParaRPr lang="en-US"/>
        </a:p>
      </dgm:t>
    </dgm:pt>
    <dgm:pt modelId="{B84B4FFF-461A-4571-A2B7-7EB2D39A9122}" type="parTrans" cxnId="{1B6F3B4C-EEBE-44A8-883E-07C197565908}">
      <dgm:prSet/>
      <dgm:spPr/>
      <dgm:t>
        <a:bodyPr/>
        <a:lstStyle/>
        <a:p>
          <a:endParaRPr lang="en-US"/>
        </a:p>
      </dgm:t>
    </dgm:pt>
    <dgm:pt modelId="{17D4DE3A-43FF-41A4-AE69-27563F615E31}" type="sibTrans" cxnId="{1B6F3B4C-EEBE-44A8-883E-07C197565908}">
      <dgm:prSet/>
      <dgm:spPr/>
      <dgm:t>
        <a:bodyPr/>
        <a:lstStyle/>
        <a:p>
          <a:endParaRPr lang="en-US"/>
        </a:p>
      </dgm:t>
    </dgm:pt>
    <dgm:pt modelId="{42F67FA5-0B3F-4C1C-B937-044BB373CA36}" type="pres">
      <dgm:prSet presAssocID="{A6125CC9-615E-4C65-AE0C-5592E25CBC93}" presName="root" presStyleCnt="0">
        <dgm:presLayoutVars>
          <dgm:dir/>
          <dgm:resizeHandles val="exact"/>
        </dgm:presLayoutVars>
      </dgm:prSet>
      <dgm:spPr/>
    </dgm:pt>
    <dgm:pt modelId="{F258BC3D-E0B1-4407-AECF-D887C7E4604B}" type="pres">
      <dgm:prSet presAssocID="{08072AF5-1B9D-4FE6-8E8D-A50FC09580A5}" presName="compNode" presStyleCnt="0"/>
      <dgm:spPr/>
    </dgm:pt>
    <dgm:pt modelId="{F6D4CA21-534C-49B1-8433-E7CA20AD06A9}" type="pres">
      <dgm:prSet presAssocID="{08072AF5-1B9D-4FE6-8E8D-A50FC09580A5}" presName="iconBgRect" presStyleLbl="bgShp" presStyleIdx="0" presStyleCnt="4"/>
      <dgm:spPr/>
    </dgm:pt>
    <dgm:pt modelId="{9CE93355-A40B-49C3-BDAC-F63F6DDA1288}" type="pres">
      <dgm:prSet presAssocID="{08072AF5-1B9D-4FE6-8E8D-A50FC09580A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95AA265-F2F7-4B2E-B7B9-F7F480823C94}" type="pres">
      <dgm:prSet presAssocID="{08072AF5-1B9D-4FE6-8E8D-A50FC09580A5}" presName="spaceRect" presStyleCnt="0"/>
      <dgm:spPr/>
    </dgm:pt>
    <dgm:pt modelId="{A878F6AE-61B7-4E61-8C6E-D1897DA40F37}" type="pres">
      <dgm:prSet presAssocID="{08072AF5-1B9D-4FE6-8E8D-A50FC09580A5}" presName="textRect" presStyleLbl="revTx" presStyleIdx="0" presStyleCnt="4">
        <dgm:presLayoutVars>
          <dgm:chMax val="1"/>
          <dgm:chPref val="1"/>
        </dgm:presLayoutVars>
      </dgm:prSet>
      <dgm:spPr/>
    </dgm:pt>
    <dgm:pt modelId="{8F818C66-329F-41CE-8598-EACE7A2A89BF}" type="pres">
      <dgm:prSet presAssocID="{D4A249BD-EF2E-45CF-B6C1-694E7CC66D27}" presName="sibTrans" presStyleCnt="0"/>
      <dgm:spPr/>
    </dgm:pt>
    <dgm:pt modelId="{58DA9A9D-E258-497D-A2A3-04C249CE6F26}" type="pres">
      <dgm:prSet presAssocID="{CB6626FE-1463-48B3-888B-A3FCC535670A}" presName="compNode" presStyleCnt="0"/>
      <dgm:spPr/>
    </dgm:pt>
    <dgm:pt modelId="{8682FEAB-F707-4887-8367-D7B9E56E5DB3}" type="pres">
      <dgm:prSet presAssocID="{CB6626FE-1463-48B3-888B-A3FCC535670A}" presName="iconBgRect" presStyleLbl="bgShp" presStyleIdx="1" presStyleCnt="4"/>
      <dgm:spPr/>
    </dgm:pt>
    <dgm:pt modelId="{4D1E4E17-8D74-4785-BA96-F0B03C7634CF}" type="pres">
      <dgm:prSet presAssocID="{CB6626FE-1463-48B3-888B-A3FCC53567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"/>
        </a:ext>
      </dgm:extLst>
    </dgm:pt>
    <dgm:pt modelId="{894713EA-5567-4241-B93D-B792BC034792}" type="pres">
      <dgm:prSet presAssocID="{CB6626FE-1463-48B3-888B-A3FCC535670A}" presName="spaceRect" presStyleCnt="0"/>
      <dgm:spPr/>
    </dgm:pt>
    <dgm:pt modelId="{2C9FC237-C9F4-4BD6-88CC-931FA73BA80F}" type="pres">
      <dgm:prSet presAssocID="{CB6626FE-1463-48B3-888B-A3FCC535670A}" presName="textRect" presStyleLbl="revTx" presStyleIdx="1" presStyleCnt="4">
        <dgm:presLayoutVars>
          <dgm:chMax val="1"/>
          <dgm:chPref val="1"/>
        </dgm:presLayoutVars>
      </dgm:prSet>
      <dgm:spPr/>
    </dgm:pt>
    <dgm:pt modelId="{E75F8371-523E-4414-B4D6-4B78D01586F9}" type="pres">
      <dgm:prSet presAssocID="{51CEB790-2AA7-4B00-B344-8AACB4CB3F2C}" presName="sibTrans" presStyleCnt="0"/>
      <dgm:spPr/>
    </dgm:pt>
    <dgm:pt modelId="{FDE26820-4235-4EF8-B81E-167FFED2EA9E}" type="pres">
      <dgm:prSet presAssocID="{C00B24F1-0C20-4847-84D9-6A72A291F8CB}" presName="compNode" presStyleCnt="0"/>
      <dgm:spPr/>
    </dgm:pt>
    <dgm:pt modelId="{D6E117EB-EFD3-4ACB-AF35-9C500C01F303}" type="pres">
      <dgm:prSet presAssocID="{C00B24F1-0C20-4847-84D9-6A72A291F8CB}" presName="iconBgRect" presStyleLbl="bgShp" presStyleIdx="2" presStyleCnt="4"/>
      <dgm:spPr/>
    </dgm:pt>
    <dgm:pt modelId="{97B917F2-B9AA-4780-9DA7-1966C1621C8F}" type="pres">
      <dgm:prSet presAssocID="{C00B24F1-0C20-4847-84D9-6A72A291F8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"/>
        </a:ext>
      </dgm:extLst>
    </dgm:pt>
    <dgm:pt modelId="{C1B912CD-09B5-4B64-A871-CE9253B360C3}" type="pres">
      <dgm:prSet presAssocID="{C00B24F1-0C20-4847-84D9-6A72A291F8CB}" presName="spaceRect" presStyleCnt="0"/>
      <dgm:spPr/>
    </dgm:pt>
    <dgm:pt modelId="{CC49BD2B-F786-47E6-AF83-F781FFE0EB7F}" type="pres">
      <dgm:prSet presAssocID="{C00B24F1-0C20-4847-84D9-6A72A291F8CB}" presName="textRect" presStyleLbl="revTx" presStyleIdx="2" presStyleCnt="4">
        <dgm:presLayoutVars>
          <dgm:chMax val="1"/>
          <dgm:chPref val="1"/>
        </dgm:presLayoutVars>
      </dgm:prSet>
      <dgm:spPr/>
    </dgm:pt>
    <dgm:pt modelId="{9DC248FC-4DC3-45D4-9F31-99B4D7BCDB8D}" type="pres">
      <dgm:prSet presAssocID="{11F71D56-FDA3-40BC-8DB6-E8B9EBF32415}" presName="sibTrans" presStyleCnt="0"/>
      <dgm:spPr/>
    </dgm:pt>
    <dgm:pt modelId="{502FC774-D5FB-4E31-8144-07A067B750E5}" type="pres">
      <dgm:prSet presAssocID="{7A7FB170-CB07-42A3-AEC8-D25C237F16C4}" presName="compNode" presStyleCnt="0"/>
      <dgm:spPr/>
    </dgm:pt>
    <dgm:pt modelId="{8D5AC11A-C847-4B63-A393-EB4E6B06D889}" type="pres">
      <dgm:prSet presAssocID="{7A7FB170-CB07-42A3-AEC8-D25C237F16C4}" presName="iconBgRect" presStyleLbl="bgShp" presStyleIdx="3" presStyleCnt="4"/>
      <dgm:spPr/>
    </dgm:pt>
    <dgm:pt modelId="{909B4BA5-4E43-459D-9FF2-269B28D853F5}" type="pres">
      <dgm:prSet presAssocID="{7A7FB170-CB07-42A3-AEC8-D25C237F16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1BB57AEF-8FC3-4881-A9B8-BB2F23DAB864}" type="pres">
      <dgm:prSet presAssocID="{7A7FB170-CB07-42A3-AEC8-D25C237F16C4}" presName="spaceRect" presStyleCnt="0"/>
      <dgm:spPr/>
    </dgm:pt>
    <dgm:pt modelId="{0D04A3C4-D10E-4299-AAAC-E10895BC6847}" type="pres">
      <dgm:prSet presAssocID="{7A7FB170-CB07-42A3-AEC8-D25C237F16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F9D9010-89E8-4367-A8C4-8A3E63CB3D3D}" type="presOf" srcId="{A6125CC9-615E-4C65-AE0C-5592E25CBC93}" destId="{42F67FA5-0B3F-4C1C-B937-044BB373CA36}" srcOrd="0" destOrd="0" presId="urn:microsoft.com/office/officeart/2018/5/layout/IconCircleLabelList"/>
    <dgm:cxn modelId="{8FF26734-D885-47E4-A366-AA4289E2792C}" srcId="{A6125CC9-615E-4C65-AE0C-5592E25CBC93}" destId="{08072AF5-1B9D-4FE6-8E8D-A50FC09580A5}" srcOrd="0" destOrd="0" parTransId="{BD37AAD9-7BD4-4701-B941-373B7B149892}" sibTransId="{D4A249BD-EF2E-45CF-B6C1-694E7CC66D27}"/>
    <dgm:cxn modelId="{1B6F3B4C-EEBE-44A8-883E-07C197565908}" srcId="{A6125CC9-615E-4C65-AE0C-5592E25CBC93}" destId="{7A7FB170-CB07-42A3-AEC8-D25C237F16C4}" srcOrd="3" destOrd="0" parTransId="{B84B4FFF-461A-4571-A2B7-7EB2D39A9122}" sibTransId="{17D4DE3A-43FF-41A4-AE69-27563F615E31}"/>
    <dgm:cxn modelId="{B6949150-A345-4574-991A-7B1D42941104}" srcId="{A6125CC9-615E-4C65-AE0C-5592E25CBC93}" destId="{CB6626FE-1463-48B3-888B-A3FCC535670A}" srcOrd="1" destOrd="0" parTransId="{DBF47E5E-FCB4-4CF9-A1B7-2B6F16AFC1AD}" sibTransId="{51CEB790-2AA7-4B00-B344-8AACB4CB3F2C}"/>
    <dgm:cxn modelId="{7361EE8D-07A0-4697-90A5-8E5D8BC951B6}" srcId="{A6125CC9-615E-4C65-AE0C-5592E25CBC93}" destId="{C00B24F1-0C20-4847-84D9-6A72A291F8CB}" srcOrd="2" destOrd="0" parTransId="{9F2187D0-9B5E-4549-B2BA-0968DA617B44}" sibTransId="{11F71D56-FDA3-40BC-8DB6-E8B9EBF32415}"/>
    <dgm:cxn modelId="{90FB00B2-F970-440A-A862-198F06A02B85}" type="presOf" srcId="{C00B24F1-0C20-4847-84D9-6A72A291F8CB}" destId="{CC49BD2B-F786-47E6-AF83-F781FFE0EB7F}" srcOrd="0" destOrd="0" presId="urn:microsoft.com/office/officeart/2018/5/layout/IconCircleLabelList"/>
    <dgm:cxn modelId="{B8597AC2-A705-47E4-ACE1-9ED95545ECCB}" type="presOf" srcId="{08072AF5-1B9D-4FE6-8E8D-A50FC09580A5}" destId="{A878F6AE-61B7-4E61-8C6E-D1897DA40F37}" srcOrd="0" destOrd="0" presId="urn:microsoft.com/office/officeart/2018/5/layout/IconCircleLabelList"/>
    <dgm:cxn modelId="{3BA70CEE-9460-4840-8579-263285A23598}" type="presOf" srcId="{7A7FB170-CB07-42A3-AEC8-D25C237F16C4}" destId="{0D04A3C4-D10E-4299-AAAC-E10895BC6847}" srcOrd="0" destOrd="0" presId="urn:microsoft.com/office/officeart/2018/5/layout/IconCircleLabelList"/>
    <dgm:cxn modelId="{9B0E14F4-D66E-4AF7-B062-EAEB2671AA71}" type="presOf" srcId="{CB6626FE-1463-48B3-888B-A3FCC535670A}" destId="{2C9FC237-C9F4-4BD6-88CC-931FA73BA80F}" srcOrd="0" destOrd="0" presId="urn:microsoft.com/office/officeart/2018/5/layout/IconCircleLabelList"/>
    <dgm:cxn modelId="{DE4C01D0-6BD9-49EF-9C41-7D63C6F069F8}" type="presParOf" srcId="{42F67FA5-0B3F-4C1C-B937-044BB373CA36}" destId="{F258BC3D-E0B1-4407-AECF-D887C7E4604B}" srcOrd="0" destOrd="0" presId="urn:microsoft.com/office/officeart/2018/5/layout/IconCircleLabelList"/>
    <dgm:cxn modelId="{82244835-8117-4374-AF0E-3B03ED21AC54}" type="presParOf" srcId="{F258BC3D-E0B1-4407-AECF-D887C7E4604B}" destId="{F6D4CA21-534C-49B1-8433-E7CA20AD06A9}" srcOrd="0" destOrd="0" presId="urn:microsoft.com/office/officeart/2018/5/layout/IconCircleLabelList"/>
    <dgm:cxn modelId="{2C2F4C62-0924-4AAA-AC0F-862D45B17D38}" type="presParOf" srcId="{F258BC3D-E0B1-4407-AECF-D887C7E4604B}" destId="{9CE93355-A40B-49C3-BDAC-F63F6DDA1288}" srcOrd="1" destOrd="0" presId="urn:microsoft.com/office/officeart/2018/5/layout/IconCircleLabelList"/>
    <dgm:cxn modelId="{62FD441D-5AE8-44A0-994E-4A4CA4EC7E6E}" type="presParOf" srcId="{F258BC3D-E0B1-4407-AECF-D887C7E4604B}" destId="{C95AA265-F2F7-4B2E-B7B9-F7F480823C94}" srcOrd="2" destOrd="0" presId="urn:microsoft.com/office/officeart/2018/5/layout/IconCircleLabelList"/>
    <dgm:cxn modelId="{092B3363-E88D-41C7-B167-D34D4929F7B7}" type="presParOf" srcId="{F258BC3D-E0B1-4407-AECF-D887C7E4604B}" destId="{A878F6AE-61B7-4E61-8C6E-D1897DA40F37}" srcOrd="3" destOrd="0" presId="urn:microsoft.com/office/officeart/2018/5/layout/IconCircleLabelList"/>
    <dgm:cxn modelId="{F821C90B-54DB-4BD6-B522-4667C6504B7A}" type="presParOf" srcId="{42F67FA5-0B3F-4C1C-B937-044BB373CA36}" destId="{8F818C66-329F-41CE-8598-EACE7A2A89BF}" srcOrd="1" destOrd="0" presId="urn:microsoft.com/office/officeart/2018/5/layout/IconCircleLabelList"/>
    <dgm:cxn modelId="{C4EBE71C-A802-417D-928A-19FA6E4EAB04}" type="presParOf" srcId="{42F67FA5-0B3F-4C1C-B937-044BB373CA36}" destId="{58DA9A9D-E258-497D-A2A3-04C249CE6F26}" srcOrd="2" destOrd="0" presId="urn:microsoft.com/office/officeart/2018/5/layout/IconCircleLabelList"/>
    <dgm:cxn modelId="{D3487630-C46E-4BF1-B49F-FB1704698D6A}" type="presParOf" srcId="{58DA9A9D-E258-497D-A2A3-04C249CE6F26}" destId="{8682FEAB-F707-4887-8367-D7B9E56E5DB3}" srcOrd="0" destOrd="0" presId="urn:microsoft.com/office/officeart/2018/5/layout/IconCircleLabelList"/>
    <dgm:cxn modelId="{052DCF07-BB1A-4A23-A935-5887DEE712B9}" type="presParOf" srcId="{58DA9A9D-E258-497D-A2A3-04C249CE6F26}" destId="{4D1E4E17-8D74-4785-BA96-F0B03C7634CF}" srcOrd="1" destOrd="0" presId="urn:microsoft.com/office/officeart/2018/5/layout/IconCircleLabelList"/>
    <dgm:cxn modelId="{648601CF-0F7B-4B22-96C5-374E815763B9}" type="presParOf" srcId="{58DA9A9D-E258-497D-A2A3-04C249CE6F26}" destId="{894713EA-5567-4241-B93D-B792BC034792}" srcOrd="2" destOrd="0" presId="urn:microsoft.com/office/officeart/2018/5/layout/IconCircleLabelList"/>
    <dgm:cxn modelId="{6DD1E4E0-A9B3-4792-9260-42B59AB72C8E}" type="presParOf" srcId="{58DA9A9D-E258-497D-A2A3-04C249CE6F26}" destId="{2C9FC237-C9F4-4BD6-88CC-931FA73BA80F}" srcOrd="3" destOrd="0" presId="urn:microsoft.com/office/officeart/2018/5/layout/IconCircleLabelList"/>
    <dgm:cxn modelId="{72C576D3-2B64-4784-8A86-A8F16885D95F}" type="presParOf" srcId="{42F67FA5-0B3F-4C1C-B937-044BB373CA36}" destId="{E75F8371-523E-4414-B4D6-4B78D01586F9}" srcOrd="3" destOrd="0" presId="urn:microsoft.com/office/officeart/2018/5/layout/IconCircleLabelList"/>
    <dgm:cxn modelId="{35B3621A-B806-4B17-8F23-86BFAFA6648B}" type="presParOf" srcId="{42F67FA5-0B3F-4C1C-B937-044BB373CA36}" destId="{FDE26820-4235-4EF8-B81E-167FFED2EA9E}" srcOrd="4" destOrd="0" presId="urn:microsoft.com/office/officeart/2018/5/layout/IconCircleLabelList"/>
    <dgm:cxn modelId="{EC0CB3B9-35B4-4A50-AC8C-87B393340657}" type="presParOf" srcId="{FDE26820-4235-4EF8-B81E-167FFED2EA9E}" destId="{D6E117EB-EFD3-4ACB-AF35-9C500C01F303}" srcOrd="0" destOrd="0" presId="urn:microsoft.com/office/officeart/2018/5/layout/IconCircleLabelList"/>
    <dgm:cxn modelId="{951024FD-6629-4BEE-8BB3-56160FFF3A4D}" type="presParOf" srcId="{FDE26820-4235-4EF8-B81E-167FFED2EA9E}" destId="{97B917F2-B9AA-4780-9DA7-1966C1621C8F}" srcOrd="1" destOrd="0" presId="urn:microsoft.com/office/officeart/2018/5/layout/IconCircleLabelList"/>
    <dgm:cxn modelId="{DDA5A524-6BE1-4453-91D7-EF9BB989FEBC}" type="presParOf" srcId="{FDE26820-4235-4EF8-B81E-167FFED2EA9E}" destId="{C1B912CD-09B5-4B64-A871-CE9253B360C3}" srcOrd="2" destOrd="0" presId="urn:microsoft.com/office/officeart/2018/5/layout/IconCircleLabelList"/>
    <dgm:cxn modelId="{C627C848-9670-4468-BF07-20CA331E6CE2}" type="presParOf" srcId="{FDE26820-4235-4EF8-B81E-167FFED2EA9E}" destId="{CC49BD2B-F786-47E6-AF83-F781FFE0EB7F}" srcOrd="3" destOrd="0" presId="urn:microsoft.com/office/officeart/2018/5/layout/IconCircleLabelList"/>
    <dgm:cxn modelId="{4B46EE9A-6702-4903-A35E-256E532E58A5}" type="presParOf" srcId="{42F67FA5-0B3F-4C1C-B937-044BB373CA36}" destId="{9DC248FC-4DC3-45D4-9F31-99B4D7BCDB8D}" srcOrd="5" destOrd="0" presId="urn:microsoft.com/office/officeart/2018/5/layout/IconCircleLabelList"/>
    <dgm:cxn modelId="{2056B2CD-A510-425D-8B84-AF744AD60D58}" type="presParOf" srcId="{42F67FA5-0B3F-4C1C-B937-044BB373CA36}" destId="{502FC774-D5FB-4E31-8144-07A067B750E5}" srcOrd="6" destOrd="0" presId="urn:microsoft.com/office/officeart/2018/5/layout/IconCircleLabelList"/>
    <dgm:cxn modelId="{3C211D6D-FF31-4D5F-9397-AF73B1648D28}" type="presParOf" srcId="{502FC774-D5FB-4E31-8144-07A067B750E5}" destId="{8D5AC11A-C847-4B63-A393-EB4E6B06D889}" srcOrd="0" destOrd="0" presId="urn:microsoft.com/office/officeart/2018/5/layout/IconCircleLabelList"/>
    <dgm:cxn modelId="{FA6153E0-557C-4404-8F8D-0A60D8F65A51}" type="presParOf" srcId="{502FC774-D5FB-4E31-8144-07A067B750E5}" destId="{909B4BA5-4E43-459D-9FF2-269B28D853F5}" srcOrd="1" destOrd="0" presId="urn:microsoft.com/office/officeart/2018/5/layout/IconCircleLabelList"/>
    <dgm:cxn modelId="{DB03E317-31A3-4F41-AFDB-150106A9EF73}" type="presParOf" srcId="{502FC774-D5FB-4E31-8144-07A067B750E5}" destId="{1BB57AEF-8FC3-4881-A9B8-BB2F23DAB864}" srcOrd="2" destOrd="0" presId="urn:microsoft.com/office/officeart/2018/5/layout/IconCircleLabelList"/>
    <dgm:cxn modelId="{9BD52B41-FF17-415C-8556-14E2FF9F5EAF}" type="presParOf" srcId="{502FC774-D5FB-4E31-8144-07A067B750E5}" destId="{0D04A3C4-D10E-4299-AAAC-E10895BC684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809E2-4EB8-4572-BF40-A258DC7773F5}">
      <dsp:nvSpPr>
        <dsp:cNvPr id="0" name=""/>
        <dsp:cNvSpPr/>
      </dsp:nvSpPr>
      <dsp:spPr>
        <a:xfrm>
          <a:off x="2540" y="437523"/>
          <a:ext cx="2476500" cy="97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Company Share</a:t>
          </a:r>
          <a:endParaRPr lang="en-CA" sz="2700" kern="1200" dirty="0"/>
        </a:p>
      </dsp:txBody>
      <dsp:txXfrm>
        <a:off x="2540" y="437523"/>
        <a:ext cx="2476500" cy="977287"/>
      </dsp:txXfrm>
    </dsp:sp>
    <dsp:sp modelId="{DCE3C5AC-1400-4A92-98EA-D5AA06FF3FFD}">
      <dsp:nvSpPr>
        <dsp:cNvPr id="0" name=""/>
        <dsp:cNvSpPr/>
      </dsp:nvSpPr>
      <dsp:spPr>
        <a:xfrm>
          <a:off x="2540" y="1414811"/>
          <a:ext cx="2476500" cy="18899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Market size</a:t>
          </a:r>
          <a:endParaRPr lang="en-CA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CA" sz="27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Proportion of the number of company in the overall</a:t>
          </a:r>
          <a:endParaRPr lang="en-CA" sz="1800" kern="1200" dirty="0"/>
        </a:p>
      </dsp:txBody>
      <dsp:txXfrm>
        <a:off x="2540" y="1414811"/>
        <a:ext cx="2476500" cy="1889932"/>
      </dsp:txXfrm>
    </dsp:sp>
    <dsp:sp modelId="{D56DF2BF-4F92-429A-8600-477F0BE3F141}">
      <dsp:nvSpPr>
        <dsp:cNvPr id="0" name=""/>
        <dsp:cNvSpPr/>
      </dsp:nvSpPr>
      <dsp:spPr>
        <a:xfrm>
          <a:off x="2825750" y="437523"/>
          <a:ext cx="2476500" cy="97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Spend Share</a:t>
          </a:r>
          <a:endParaRPr lang="en-CA" sz="2700" kern="1200" dirty="0"/>
        </a:p>
      </dsp:txBody>
      <dsp:txXfrm>
        <a:off x="2825750" y="437523"/>
        <a:ext cx="2476500" cy="977287"/>
      </dsp:txXfrm>
    </dsp:sp>
    <dsp:sp modelId="{398BE49A-795C-46E4-8500-48AB32ED3CC8}">
      <dsp:nvSpPr>
        <dsp:cNvPr id="0" name=""/>
        <dsp:cNvSpPr/>
      </dsp:nvSpPr>
      <dsp:spPr>
        <a:xfrm>
          <a:off x="2825750" y="1414811"/>
          <a:ext cx="2476500" cy="18899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Revenue contribution</a:t>
          </a:r>
          <a:endParaRPr lang="en-CA" sz="27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Proportion of the spend in the overall</a:t>
          </a:r>
          <a:endParaRPr lang="en-CA" sz="1800" kern="1200" dirty="0"/>
        </a:p>
      </dsp:txBody>
      <dsp:txXfrm>
        <a:off x="2825750" y="1414811"/>
        <a:ext cx="2476500" cy="1889932"/>
      </dsp:txXfrm>
    </dsp:sp>
    <dsp:sp modelId="{90982831-218B-41B7-AE3A-3703001EA4A7}">
      <dsp:nvSpPr>
        <dsp:cNvPr id="0" name=""/>
        <dsp:cNvSpPr/>
      </dsp:nvSpPr>
      <dsp:spPr>
        <a:xfrm>
          <a:off x="5648960" y="437523"/>
          <a:ext cx="2476500" cy="977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Spend by company</a:t>
          </a:r>
          <a:endParaRPr lang="en-CA" sz="2700" kern="1200" dirty="0"/>
        </a:p>
      </dsp:txBody>
      <dsp:txXfrm>
        <a:off x="5648960" y="437523"/>
        <a:ext cx="2476500" cy="977287"/>
      </dsp:txXfrm>
    </dsp:sp>
    <dsp:sp modelId="{D0AD4100-06E7-4473-80B2-EF5DC9DBDEC4}">
      <dsp:nvSpPr>
        <dsp:cNvPr id="0" name=""/>
        <dsp:cNvSpPr/>
      </dsp:nvSpPr>
      <dsp:spPr>
        <a:xfrm>
          <a:off x="5648960" y="1414811"/>
          <a:ext cx="2476500" cy="18899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Adoption level</a:t>
          </a:r>
          <a:endParaRPr lang="en-CA" sz="27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Average spend</a:t>
          </a:r>
          <a:endParaRPr lang="en-CA" sz="1800" kern="1200" dirty="0"/>
        </a:p>
      </dsp:txBody>
      <dsp:txXfrm>
        <a:off x="5648960" y="1414811"/>
        <a:ext cx="2476500" cy="1889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4CA21-534C-49B1-8433-E7CA20AD06A9}">
      <dsp:nvSpPr>
        <dsp:cNvPr id="0" name=""/>
        <dsp:cNvSpPr/>
      </dsp:nvSpPr>
      <dsp:spPr>
        <a:xfrm>
          <a:off x="774129" y="709809"/>
          <a:ext cx="1255425" cy="12554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93355-A40B-49C3-BDAC-F63F6DDA1288}">
      <dsp:nvSpPr>
        <dsp:cNvPr id="0" name=""/>
        <dsp:cNvSpPr/>
      </dsp:nvSpPr>
      <dsp:spPr>
        <a:xfrm>
          <a:off x="1041679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8F6AE-61B7-4E61-8C6E-D1897DA40F37}">
      <dsp:nvSpPr>
        <dsp:cNvPr id="0" name=""/>
        <dsp:cNvSpPr/>
      </dsp:nvSpPr>
      <dsp:spPr>
        <a:xfrm>
          <a:off x="372805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Revenue is highly concentrated</a:t>
          </a:r>
          <a:endParaRPr lang="en-US" sz="1600" kern="1200"/>
        </a:p>
      </dsp:txBody>
      <dsp:txXfrm>
        <a:off x="372805" y="2356270"/>
        <a:ext cx="2058075" cy="720000"/>
      </dsp:txXfrm>
    </dsp:sp>
    <dsp:sp modelId="{8682FEAB-F707-4887-8367-D7B9E56E5DB3}">
      <dsp:nvSpPr>
        <dsp:cNvPr id="0" name=""/>
        <dsp:cNvSpPr/>
      </dsp:nvSpPr>
      <dsp:spPr>
        <a:xfrm>
          <a:off x="3192368" y="709809"/>
          <a:ext cx="1255425" cy="12554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E4E17-8D74-4785-BA96-F0B03C7634CF}">
      <dsp:nvSpPr>
        <dsp:cNvPr id="0" name=""/>
        <dsp:cNvSpPr/>
      </dsp:nvSpPr>
      <dsp:spPr>
        <a:xfrm>
          <a:off x="3459917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FC237-C9F4-4BD6-88CC-931FA73BA80F}">
      <dsp:nvSpPr>
        <dsp:cNvPr id="0" name=""/>
        <dsp:cNvSpPr/>
      </dsp:nvSpPr>
      <dsp:spPr>
        <a:xfrm>
          <a:off x="2791043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Some small cities present real opportunities</a:t>
          </a:r>
          <a:endParaRPr lang="en-US" sz="1600" kern="1200"/>
        </a:p>
      </dsp:txBody>
      <dsp:txXfrm>
        <a:off x="2791043" y="2356270"/>
        <a:ext cx="2058075" cy="720000"/>
      </dsp:txXfrm>
    </dsp:sp>
    <dsp:sp modelId="{D6E117EB-EFD3-4ACB-AF35-9C500C01F303}">
      <dsp:nvSpPr>
        <dsp:cNvPr id="0" name=""/>
        <dsp:cNvSpPr/>
      </dsp:nvSpPr>
      <dsp:spPr>
        <a:xfrm>
          <a:off x="5610606" y="709809"/>
          <a:ext cx="1255425" cy="12554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917F2-B9AA-4780-9DA7-1966C1621C8F}">
      <dsp:nvSpPr>
        <dsp:cNvPr id="0" name=""/>
        <dsp:cNvSpPr/>
      </dsp:nvSpPr>
      <dsp:spPr>
        <a:xfrm>
          <a:off x="5878155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9BD2B-F786-47E6-AF83-F781FFE0EB7F}">
      <dsp:nvSpPr>
        <dsp:cNvPr id="0" name=""/>
        <dsp:cNvSpPr/>
      </dsp:nvSpPr>
      <dsp:spPr>
        <a:xfrm>
          <a:off x="5209281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London remains a strong but improvable market</a:t>
          </a:r>
          <a:endParaRPr lang="en-US" sz="1600" kern="1200"/>
        </a:p>
      </dsp:txBody>
      <dsp:txXfrm>
        <a:off x="5209281" y="2356270"/>
        <a:ext cx="2058075" cy="720000"/>
      </dsp:txXfrm>
    </dsp:sp>
    <dsp:sp modelId="{8D5AC11A-C847-4B63-A393-EB4E6B06D889}">
      <dsp:nvSpPr>
        <dsp:cNvPr id="0" name=""/>
        <dsp:cNvSpPr/>
      </dsp:nvSpPr>
      <dsp:spPr>
        <a:xfrm>
          <a:off x="8028844" y="709809"/>
          <a:ext cx="1255425" cy="125542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B4BA5-4E43-459D-9FF2-269B28D853F5}">
      <dsp:nvSpPr>
        <dsp:cNvPr id="0" name=""/>
        <dsp:cNvSpPr/>
      </dsp:nvSpPr>
      <dsp:spPr>
        <a:xfrm>
          <a:off x="8296394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4A3C4-D10E-4299-AAAC-E10895BC6847}">
      <dsp:nvSpPr>
        <dsp:cNvPr id="0" name=""/>
        <dsp:cNvSpPr/>
      </dsp:nvSpPr>
      <dsp:spPr>
        <a:xfrm>
          <a:off x="7627519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baseline="0"/>
            <a:t>The ‘OTHER’ category requires breakdown and reclassification</a:t>
          </a:r>
          <a:endParaRPr lang="en-US" sz="1600" kern="1200"/>
        </a:p>
      </dsp:txBody>
      <dsp:txXfrm>
        <a:off x="7627519" y="2356270"/>
        <a:ext cx="20580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FE654-95A4-4BA0-AC8E-071D194B448E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51534-8583-4799-BE6F-E005F14824F8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1482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“Today I’m sharing a short, data-driven analysis to understand where our revenue is coming from and identify cities that may be underserved or untapped.”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587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project helps clarify our geographic performance and highlights both strong markets and visible weak points.”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0669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“My goal was to turn limited data into meaningful insights that directly support board decisions.”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851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was limited because they hadn’t have the dates (which is one of the important field for any analysis), though it contained enough information to create a robust city-level analysis.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402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“City normalization was essential because incorrect mapping would distort the insights.”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9184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 quickly see a concentration of revenue in only two major groups.”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4501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highlights both the market potential outside London and the need to break down the 'OTHER' category.”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0189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indicators allowed me to understand not only revenue, but also engagement.”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0194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logic is to see the lowest cities based on 3 KPIs</a:t>
            </a:r>
            <a:br>
              <a:rPr lang="en-US" dirty="0"/>
            </a:br>
            <a:r>
              <a:rPr lang="en-CA" b="1" dirty="0"/>
              <a:t>Findings:</a:t>
            </a:r>
            <a:br>
              <a:rPr lang="en-CA" dirty="0"/>
            </a:br>
            <a:r>
              <a:rPr lang="en-CA" dirty="0"/>
              <a:t>Cities consistently underperforming across metrics:</a:t>
            </a:r>
            <a:br>
              <a:rPr lang="en-CA" dirty="0"/>
            </a:br>
            <a:r>
              <a:rPr lang="en-CA" dirty="0"/>
              <a:t>➡️ ST DAVIDS</a:t>
            </a:r>
            <a:br>
              <a:rPr lang="en-CA" dirty="0"/>
            </a:br>
            <a:r>
              <a:rPr lang="en-CA" dirty="0"/>
              <a:t>➡️ BRIGHTON &amp; HOVE</a:t>
            </a:r>
            <a:br>
              <a:rPr lang="en-CA" dirty="0"/>
            </a:br>
            <a:r>
              <a:rPr lang="en-CA" dirty="0"/>
              <a:t>➡️ ST ASAPH</a:t>
            </a:r>
            <a:br>
              <a:rPr lang="en-CA" dirty="0"/>
            </a:br>
            <a:r>
              <a:rPr lang="en-CA" dirty="0"/>
              <a:t>➡️ RIPON</a:t>
            </a:r>
            <a:br>
              <a:rPr lang="en-CA" dirty="0"/>
            </a:br>
            <a:r>
              <a:rPr lang="en-CA" dirty="0"/>
              <a:t>➡️ NEWPORT</a:t>
            </a:r>
          </a:p>
          <a:p>
            <a:r>
              <a:rPr lang="en-CA" dirty="0"/>
              <a:t>These are </a:t>
            </a:r>
            <a:r>
              <a:rPr lang="en-CA" b="1" dirty="0"/>
              <a:t>micro-markets</a:t>
            </a:r>
            <a:r>
              <a:rPr lang="en-CA" dirty="0"/>
              <a:t> with customer presence but low spend.</a:t>
            </a:r>
          </a:p>
          <a:p>
            <a:endParaRPr lang="en-CA" dirty="0"/>
          </a:p>
          <a:p>
            <a:r>
              <a:rPr lang="en-US" dirty="0"/>
              <a:t>“These cities are not large markets, but they do represent pockets of untapped potential.”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37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4ABB-BF3F-B1AB-0BF2-88CD5487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AA585-173A-7D7D-2270-B095A033B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1F1A9-B33F-53CF-D615-7817DEDD3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analysis clarifies exactly where our strengths and gaps lie.”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CAE5C-F3B1-AD8B-E1A2-538B2B47E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62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actions offer clear, low-cost ways to increase revenue and refine our geographic strategy.”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51534-8583-4799-BE6F-E005F14824F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03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9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0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9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60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03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270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72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236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2011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46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191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38E242D-CC90-46B8-A179-EAD0E99B01D1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6877DC-5E7F-4324-97B0-9350033A6F81}" type="slidenum">
              <a:rPr lang="en-CA" smtClean="0"/>
              <a:t>‹N°›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26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3716f7ccf86c53cc3cb0457b0a9d921606fc0ec32a195b8805ac72b2035d8055JmltdHM9MTc2Mzg1NjAwMA&amp;ptn=3&amp;ver=2&amp;hsh=4&amp;fclid=38db63dd-5cdc-6e85-3ea8-757e5d726fe5&amp;psq=list+of+cities+in+uk&amp;u=a1aHR0cHM6Ly93d3cuZ292LnVrL2dvdmVybm1lbnQvcHVibGljYXRpb25zL2xpc3Qtb2YtY2l0aWVzL2xpc3Qtb2YtY2l0aWVzLWh0bWw&amp;ntb=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aclet12/Revenue-Performance-Analysis-with-Python/tree/ma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E5154-142A-7213-397B-B28117226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Identify Customer Geography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1881D-ED74-9EF7-907E-73E83372E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999" y="5727515"/>
            <a:ext cx="10925101" cy="51547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@ProWidget Systems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77A86-1776-BBDB-2627-C8CF558ECAFA}"/>
              </a:ext>
            </a:extLst>
          </p:cNvPr>
          <p:cNvSpPr txBox="1"/>
          <p:nvPr/>
        </p:nvSpPr>
        <p:spPr>
          <a:xfrm>
            <a:off x="8162757" y="5785761"/>
            <a:ext cx="3396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By: Anaclet Sado Fokam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E9692E-9C00-5B5F-346C-4B30418F3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566737"/>
            <a:ext cx="10909073" cy="37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12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A1EC38-8D29-550B-2BCF-88B252472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</a:blip>
          <a:srcRect t="6265" b="94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C3BC18-9BB5-C53E-5958-4B019339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6038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BEC9-9AF6-D2CE-13D6-8DA5D7CB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C3A95E-F7C5-6E89-9332-31344D41CD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48034"/>
            <a:ext cx="8286499" cy="3418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spc="-50" dirty="0">
                <a:latin typeface="+mj-lt"/>
                <a:ea typeface="+mj-ea"/>
                <a:cs typeface="+mj-cs"/>
              </a:rPr>
              <a:t> London accounts for 21% of total revenue out if 76 cities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spc="-50" dirty="0">
                <a:latin typeface="+mj-lt"/>
                <a:ea typeface="+mj-ea"/>
                <a:cs typeface="+mj-cs"/>
              </a:rPr>
              <a:t> 54% of total revenue came from </a:t>
            </a:r>
            <a:r>
              <a:rPr lang="en-US" altLang="en-US" sz="2800" spc="-50">
                <a:latin typeface="+mj-lt"/>
                <a:ea typeface="+mj-ea"/>
                <a:cs typeface="+mj-cs"/>
              </a:rPr>
              <a:t>unrecognized addresses</a:t>
            </a:r>
            <a:endParaRPr lang="en-US" altLang="en-US" sz="2800" spc="-50" dirty="0">
              <a:latin typeface="+mj-lt"/>
              <a:ea typeface="+mj-ea"/>
              <a:cs typeface="+mj-cs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spc="-50" dirty="0">
                <a:latin typeface="+mj-lt"/>
                <a:ea typeface="+mj-ea"/>
                <a:cs typeface="+mj-cs"/>
              </a:rPr>
              <a:t> No large city is structurally underserved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spc="-50" dirty="0">
                <a:latin typeface="+mj-lt"/>
                <a:ea typeface="+mj-ea"/>
                <a:cs typeface="+mj-cs"/>
              </a:rPr>
              <a:t> Clear opportunities for targeted commercial activation</a:t>
            </a:r>
          </a:p>
        </p:txBody>
      </p:sp>
    </p:spTree>
    <p:extLst>
      <p:ext uri="{BB962C8B-B14F-4D97-AF65-F5344CB8AC3E}">
        <p14:creationId xmlns:p14="http://schemas.microsoft.com/office/powerpoint/2010/main" val="137482296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9165-685D-D40B-2332-FF03D235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18FA0-7519-1D09-3C7B-9881782CD1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>
            <a:off x="4881978" y="1958446"/>
            <a:ext cx="7310022" cy="4094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9BD8C5-270D-B4D1-3A31-2FB7FFE6106B}"/>
              </a:ext>
            </a:extLst>
          </p:cNvPr>
          <p:cNvSpPr/>
          <p:nvPr/>
        </p:nvSpPr>
        <p:spPr>
          <a:xfrm rot="18678205">
            <a:off x="9938107" y="4853116"/>
            <a:ext cx="2984334" cy="43266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7C0068-33E2-5714-4747-BA1D1A433872}"/>
              </a:ext>
            </a:extLst>
          </p:cNvPr>
          <p:cNvSpPr/>
          <p:nvPr/>
        </p:nvSpPr>
        <p:spPr>
          <a:xfrm>
            <a:off x="917771" y="1958446"/>
            <a:ext cx="5910943" cy="40949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Calibri Light (Headings)"/>
                <a:ea typeface="Roboto" panose="02000000000000000000" pitchFamily="2" charset="0"/>
                <a:cs typeface="Times New Roman" panose="02020603050405020304" pitchFamily="18" charset="0"/>
              </a:rPr>
              <a:t>Identify regional disparities in customer spending across the United Kingdom by comparing to London-based customers.</a:t>
            </a:r>
            <a:endParaRPr lang="en-CA" sz="2400" dirty="0">
              <a:latin typeface="Calibri Light (Headings)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endParaRPr lang="en-CA" sz="2400" dirty="0">
              <a:latin typeface="Calibri Light (Headings)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2A839A-5005-33FC-954A-CFA156596BC9}"/>
              </a:ext>
            </a:extLst>
          </p:cNvPr>
          <p:cNvSpPr/>
          <p:nvPr/>
        </p:nvSpPr>
        <p:spPr>
          <a:xfrm rot="18678205">
            <a:off x="6445260" y="2295401"/>
            <a:ext cx="1324812" cy="1935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C19C70-BCAE-10F4-5606-31810B75A8BB}"/>
              </a:ext>
            </a:extLst>
          </p:cNvPr>
          <p:cNvSpPr/>
          <p:nvPr/>
        </p:nvSpPr>
        <p:spPr>
          <a:xfrm>
            <a:off x="6096000" y="1958446"/>
            <a:ext cx="996459" cy="559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67B7FE-3651-B364-469A-BF66A6C93713}"/>
              </a:ext>
            </a:extLst>
          </p:cNvPr>
          <p:cNvSpPr/>
          <p:nvPr/>
        </p:nvSpPr>
        <p:spPr>
          <a:xfrm rot="21259496">
            <a:off x="5916965" y="1892475"/>
            <a:ext cx="1422157" cy="2909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2BFE61-8456-AA83-978B-08E9D7B16886}"/>
              </a:ext>
            </a:extLst>
          </p:cNvPr>
          <p:cNvSpPr/>
          <p:nvPr/>
        </p:nvSpPr>
        <p:spPr>
          <a:xfrm rot="21259496">
            <a:off x="5977116" y="2363038"/>
            <a:ext cx="959440" cy="31879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0A693F-23AB-15B8-9940-2552C9BB53F3}"/>
              </a:ext>
            </a:extLst>
          </p:cNvPr>
          <p:cNvSpPr/>
          <p:nvPr/>
        </p:nvSpPr>
        <p:spPr>
          <a:xfrm rot="21259496">
            <a:off x="6592194" y="1921689"/>
            <a:ext cx="637413" cy="4059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4F714B-F36F-08EE-F2D8-1D13F6ACFD44}"/>
              </a:ext>
            </a:extLst>
          </p:cNvPr>
          <p:cNvSpPr/>
          <p:nvPr/>
        </p:nvSpPr>
        <p:spPr>
          <a:xfrm>
            <a:off x="11155681" y="5040086"/>
            <a:ext cx="1036320" cy="108063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CFC22B8C-BB99-4E21-428E-733EFAF38EF8}"/>
              </a:ext>
            </a:extLst>
          </p:cNvPr>
          <p:cNvSpPr/>
          <p:nvPr/>
        </p:nvSpPr>
        <p:spPr>
          <a:xfrm>
            <a:off x="11673841" y="4256315"/>
            <a:ext cx="870856" cy="914400"/>
          </a:xfrm>
          <a:prstGeom prst="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8EAA5D01-9C8A-CC67-DDBE-B03452B76338}"/>
              </a:ext>
            </a:extLst>
          </p:cNvPr>
          <p:cNvSpPr/>
          <p:nvPr/>
        </p:nvSpPr>
        <p:spPr>
          <a:xfrm>
            <a:off x="10802984" y="5655660"/>
            <a:ext cx="1389016" cy="522515"/>
          </a:xfrm>
          <a:prstGeom prst="round1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228451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BC2F-DE27-A69E-1E47-531B580B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Requirement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4762-A35E-23FA-3D39-F1FE254C4C44}"/>
              </a:ext>
            </a:extLst>
          </p:cNvPr>
          <p:cNvSpPr txBox="1"/>
          <p:nvPr/>
        </p:nvSpPr>
        <p:spPr>
          <a:xfrm>
            <a:off x="1317171" y="2329542"/>
            <a:ext cx="2775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 Light (Headings)"/>
              </a:rPr>
              <a:t>Internal source</a:t>
            </a:r>
            <a:endParaRPr lang="en-CA" sz="2400" dirty="0">
              <a:latin typeface="Calibri Light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0E207-1742-8ABD-6FA9-DB4A069231D6}"/>
              </a:ext>
            </a:extLst>
          </p:cNvPr>
          <p:cNvSpPr txBox="1"/>
          <p:nvPr/>
        </p:nvSpPr>
        <p:spPr>
          <a:xfrm>
            <a:off x="7576457" y="2329542"/>
            <a:ext cx="2775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 Light (Headings)"/>
              </a:rPr>
              <a:t>External source</a:t>
            </a:r>
            <a:endParaRPr lang="en-CA" sz="2400" dirty="0">
              <a:latin typeface="Calibri Light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99AE0-EF7B-F8CF-CE2A-ECD9752E7DCA}"/>
              </a:ext>
            </a:extLst>
          </p:cNvPr>
          <p:cNvSpPr txBox="1"/>
          <p:nvPr/>
        </p:nvSpPr>
        <p:spPr>
          <a:xfrm>
            <a:off x="6923314" y="3205020"/>
            <a:ext cx="43107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alibri Light (Headings)"/>
                <a:hlinkClick r:id="rId3"/>
              </a:rPr>
              <a:t>List of cities (HTML) - GOV.UK</a:t>
            </a:r>
            <a:endParaRPr lang="en-US" sz="2800" dirty="0">
              <a:latin typeface="Calibri Light (Headings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B1B8D-C2B9-A3A7-CB1F-B80876308D2C}"/>
              </a:ext>
            </a:extLst>
          </p:cNvPr>
          <p:cNvSpPr txBox="1"/>
          <p:nvPr/>
        </p:nvSpPr>
        <p:spPr>
          <a:xfrm>
            <a:off x="1436913" y="3429000"/>
            <a:ext cx="27758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 Light (Headings)"/>
              </a:rPr>
              <a:t>Revenue aggregate by client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E2BC07-23A8-B020-4E5F-83ADE7CC18AD}"/>
              </a:ext>
            </a:extLst>
          </p:cNvPr>
          <p:cNvCxnSpPr/>
          <p:nvPr/>
        </p:nvCxnSpPr>
        <p:spPr>
          <a:xfrm>
            <a:off x="5486400" y="2449286"/>
            <a:ext cx="0" cy="23647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3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21ACA-B182-3361-6E38-42AC79DD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ADCAB9-C109-F61E-E469-D9C1E35E0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18588"/>
            <a:ext cx="54232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Splitted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 UK city names within addresses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Calibri Light (Headings)"/>
              </a:rPr>
              <a:t>Standardized UK city names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Headings)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 Grouped customers by 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Headings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19E2A-2B61-C4DD-54AD-65781A4EFB53}"/>
              </a:ext>
            </a:extLst>
          </p:cNvPr>
          <p:cNvSpPr txBox="1"/>
          <p:nvPr/>
        </p:nvSpPr>
        <p:spPr>
          <a:xfrm>
            <a:off x="6520542" y="2560857"/>
            <a:ext cx="4724400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 Created 3 functional categories:</a:t>
            </a: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LONDON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Headings)"/>
            </a:endParaRP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OTHER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Headings)"/>
            </a:endParaRPr>
          </a:p>
          <a:p>
            <a:pPr lvl="2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 (Headings)"/>
              </a:rPr>
              <a:t>REST OF CITIES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319957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16C8-B608-5E05-339C-B36D16FC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Concentration</a:t>
            </a:r>
            <a:endParaRPr lang="en-CA" dirty="0"/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054CB191-3C1D-F956-A5E9-1C586E930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046" y="1846263"/>
            <a:ext cx="7426569" cy="402272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D329B-F02E-CF28-CD43-CA1ED2E557B8}"/>
              </a:ext>
            </a:extLst>
          </p:cNvPr>
          <p:cNvSpPr txBox="1"/>
          <p:nvPr/>
        </p:nvSpPr>
        <p:spPr>
          <a:xfrm>
            <a:off x="531341" y="2501808"/>
            <a:ext cx="35035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Key Insight:</a:t>
            </a:r>
          </a:p>
          <a:p>
            <a:pPr>
              <a:buNone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LONDON</a:t>
            </a:r>
            <a:r>
              <a:rPr lang="en-US" sz="2400" dirty="0"/>
              <a:t> and </a:t>
            </a:r>
            <a:r>
              <a:rPr lang="en-US" sz="2400" b="1" dirty="0"/>
              <a:t>OTHER</a:t>
            </a:r>
            <a:r>
              <a:rPr lang="en-US" sz="2400" dirty="0"/>
              <a:t> dominate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Next cities contribute much smaller, stable volumes</a:t>
            </a:r>
          </a:p>
        </p:txBody>
      </p:sp>
    </p:spTree>
    <p:extLst>
      <p:ext uri="{BB962C8B-B14F-4D97-AF65-F5344CB8AC3E}">
        <p14:creationId xmlns:p14="http://schemas.microsoft.com/office/powerpoint/2010/main" val="245156208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FAE6-25BE-C792-E4C8-5F257CE3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 LONDON vs others</a:t>
            </a:r>
            <a:endParaRPr lang="en-CA" dirty="0"/>
          </a:p>
        </p:txBody>
      </p:sp>
      <p:pic>
        <p:nvPicPr>
          <p:cNvPr id="5" name="Content Placeholder 4" descr="A pie chart with numbers and a few green circles&#10;&#10;AI-generated content may be incorrect.">
            <a:extLst>
              <a:ext uri="{FF2B5EF4-FFF2-40B4-BE49-F238E27FC236}">
                <a16:creationId xmlns:a16="http://schemas.microsoft.com/office/drawing/2014/main" id="{8C5E29BB-9750-AA4A-431D-EB545D9F8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1835377"/>
            <a:ext cx="5360942" cy="44674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6655E4-23FC-0419-1900-6400CF9291C7}"/>
              </a:ext>
            </a:extLst>
          </p:cNvPr>
          <p:cNvSpPr txBox="1"/>
          <p:nvPr/>
        </p:nvSpPr>
        <p:spPr>
          <a:xfrm>
            <a:off x="1097280" y="3204236"/>
            <a:ext cx="4323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LONDON alone represents </a:t>
            </a:r>
            <a:r>
              <a:rPr lang="en-US" sz="2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21% of revenue</a:t>
            </a:r>
            <a:endParaRPr lang="en-CA" sz="28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715332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BA15D-0528-73C4-9F08-E00C7129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61DE3-A09B-F1B9-4BB1-8F040468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City-level Metrics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95678-B7C3-ABB0-BF9D-5B0B53F6E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255888" cy="761999"/>
          </a:xfrm>
        </p:spPr>
        <p:txBody>
          <a:bodyPr>
            <a:normAutofit/>
          </a:bodyPr>
          <a:lstStyle/>
          <a:p>
            <a:r>
              <a:rPr lang="en-US" dirty="0"/>
              <a:t>Metrics help companies measure and evaluate its performance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87FC959-9AA7-198B-BE07-74962870D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6270297"/>
              </p:ext>
            </p:extLst>
          </p:nvPr>
        </p:nvGraphicFramePr>
        <p:xfrm>
          <a:off x="2032000" y="2216665"/>
          <a:ext cx="8128000" cy="3742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462652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10C98-AD8F-4964-2472-107F2555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E8DD-FAC6-852B-45A6-2CE1FE7E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Underserved Cities</a:t>
            </a:r>
            <a:endParaRPr lang="en-CA" dirty="0"/>
          </a:p>
        </p:txBody>
      </p:sp>
      <p:pic>
        <p:nvPicPr>
          <p:cNvPr id="5" name="Content Placeholder 4" descr="A group of colorful bars&#10;&#10;AI-generated content may be incorrect.">
            <a:extLst>
              <a:ext uri="{FF2B5EF4-FFF2-40B4-BE49-F238E27FC236}">
                <a16:creationId xmlns:a16="http://schemas.microsoft.com/office/drawing/2014/main" id="{B1ACEC63-509A-64AD-C7DE-FC3382975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2480734"/>
            <a:ext cx="9557658" cy="384329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4C3C00-01A8-3004-424F-851373677A3E}"/>
              </a:ext>
            </a:extLst>
          </p:cNvPr>
          <p:cNvSpPr txBox="1"/>
          <p:nvPr/>
        </p:nvSpPr>
        <p:spPr>
          <a:xfrm>
            <a:off x="1371600" y="1947333"/>
            <a:ext cx="397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seek more opportunities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032015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2C71-014D-90B0-82FE-6058D6D8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68CF-09E0-8D1D-250C-232FE999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Underserved Cities</a:t>
            </a: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30534D-0C36-F315-5F42-0B49C7BF9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4055" y="1828800"/>
            <a:ext cx="5138974" cy="441457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13F3B-6006-9B9F-A476-2E3D10172918}"/>
              </a:ext>
            </a:extLst>
          </p:cNvPr>
          <p:cNvSpPr txBox="1"/>
          <p:nvPr/>
        </p:nvSpPr>
        <p:spPr>
          <a:xfrm>
            <a:off x="1371600" y="2640352"/>
            <a:ext cx="3970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 (Headings)"/>
              </a:rPr>
              <a:t>Highlights:</a:t>
            </a:r>
            <a:endParaRPr lang="en-US" dirty="0">
              <a:latin typeface="Calibri Light (Headings)"/>
            </a:endParaRPr>
          </a:p>
          <a:p>
            <a:r>
              <a:rPr lang="en-US" dirty="0">
                <a:latin typeface="Calibri Light (Headings)"/>
              </a:rPr>
              <a:t>Most low-scoring cities are very small</a:t>
            </a:r>
          </a:p>
          <a:p>
            <a:r>
              <a:rPr lang="en-US" dirty="0">
                <a:latin typeface="Calibri Light (Headings)"/>
              </a:rPr>
              <a:t>No major city carries an engagement gap</a:t>
            </a:r>
          </a:p>
          <a:p>
            <a:r>
              <a:rPr lang="en-US" dirty="0">
                <a:latin typeface="Calibri Light (Headings)"/>
              </a:rPr>
              <a:t>London shows room to grow spend per company</a:t>
            </a:r>
          </a:p>
        </p:txBody>
      </p:sp>
    </p:spTree>
    <p:extLst>
      <p:ext uri="{BB962C8B-B14F-4D97-AF65-F5344CB8AC3E}">
        <p14:creationId xmlns:p14="http://schemas.microsoft.com/office/powerpoint/2010/main" val="28353743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0B6D-6E8E-5A9D-86D4-45E16091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CA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F7CC380-D241-C1AF-6AEE-506EEBFE9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71780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475325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96DB-BF67-BFED-F68C-FE7943B9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6FF93-104D-DA30-50FC-F4C8E196A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1️⃣ Target </a:t>
            </a:r>
            <a:r>
              <a:rPr lang="en-CA" b="1" dirty="0"/>
              <a:t>the most underserved micro-cities</a:t>
            </a:r>
          </a:p>
          <a:p>
            <a:r>
              <a:rPr lang="en-CA" dirty="0"/>
              <a:t>Sales, CS, and Marketing collaboration</a:t>
            </a:r>
          </a:p>
          <a:p>
            <a:r>
              <a:rPr lang="en-CA" b="1" dirty="0"/>
              <a:t>2️⃣ Strengthen London engagement</a:t>
            </a:r>
          </a:p>
          <a:p>
            <a:r>
              <a:rPr lang="en-CA" dirty="0"/>
              <a:t>Upsell + usage activation</a:t>
            </a:r>
          </a:p>
          <a:p>
            <a:r>
              <a:rPr lang="en-CA" b="1" dirty="0"/>
              <a:t>3️⃣ Break down the “OTHER” bucket</a:t>
            </a:r>
          </a:p>
          <a:p>
            <a:r>
              <a:rPr lang="en-CA" dirty="0"/>
              <a:t>Postcode-level cleanup</a:t>
            </a:r>
          </a:p>
          <a:p>
            <a:r>
              <a:rPr lang="en-CA" b="1" dirty="0"/>
              <a:t>4️⃣ Monthly monitoring routine</a:t>
            </a:r>
          </a:p>
          <a:p>
            <a:r>
              <a:rPr lang="en-CA" dirty="0"/>
              <a:t>Assign a “data champion” internally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045527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4B19-AABF-D28F-344B-E1B09904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Information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DD95-7E8F-91C9-D3B5-B72AC8819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04858"/>
            <a:ext cx="10058400" cy="1583266"/>
          </a:xfrm>
        </p:spPr>
        <p:txBody>
          <a:bodyPr/>
          <a:lstStyle/>
          <a:p>
            <a:r>
              <a:rPr lang="en-US" dirty="0"/>
              <a:t>The report and details on the conducted analysis is available at the following link:</a:t>
            </a:r>
          </a:p>
          <a:p>
            <a:r>
              <a:rPr lang="en-US" dirty="0">
                <a:hlinkClick r:id="rId2"/>
              </a:rPr>
              <a:t>Anaclet12/Revenue-Performance-Analysis-with-Python: Extracting structured data from free text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360711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2247</TotalTime>
  <Words>584</Words>
  <Application>Microsoft Office PowerPoint</Application>
  <PresentationFormat>Grand écran</PresentationFormat>
  <Paragraphs>91</Paragraphs>
  <Slides>14</Slides>
  <Notes>11</Notes>
  <HiddenSlides>1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Calibri Light (Headings)</vt:lpstr>
      <vt:lpstr>Wingdings</vt:lpstr>
      <vt:lpstr>Retrospect</vt:lpstr>
      <vt:lpstr>Identify Customer Geography </vt:lpstr>
      <vt:lpstr>Agenda</vt:lpstr>
      <vt:lpstr>Executive Summary</vt:lpstr>
      <vt:lpstr>Problem Formulation</vt:lpstr>
      <vt:lpstr>Data Requirement</vt:lpstr>
      <vt:lpstr>Data Preparation</vt:lpstr>
      <vt:lpstr>Revenue Concentration</vt:lpstr>
      <vt:lpstr>Analysis: LONDON vs others</vt:lpstr>
      <vt:lpstr>City-level Metrics</vt:lpstr>
      <vt:lpstr>Underserved Cities</vt:lpstr>
      <vt:lpstr>Underserved Cities</vt:lpstr>
      <vt:lpstr>Conclusion</vt:lpstr>
      <vt:lpstr>Recommendations</vt:lpstr>
      <vt:lpstr>Additional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Anaclet Sado Fokam</dc:creator>
  <cp:lastModifiedBy>Anaclet Sado Fokam</cp:lastModifiedBy>
  <cp:revision>1</cp:revision>
  <dcterms:created xsi:type="dcterms:W3CDTF">2025-11-01T18:31:09Z</dcterms:created>
  <dcterms:modified xsi:type="dcterms:W3CDTF">2025-12-07T04:36:44Z</dcterms:modified>
</cp:coreProperties>
</file>